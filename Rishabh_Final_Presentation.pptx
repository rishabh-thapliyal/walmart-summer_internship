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5.xml" ContentType="application/vnd.openxmlformats-officedocument.theme+xml"/>
  <Override PartName="/ppt/slideLayouts/slideLayout7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  <p:sldMasterId id="2147483672" r:id="rId2"/>
    <p:sldMasterId id="2147483682" r:id="rId3"/>
    <p:sldMasterId id="2147483713" r:id="rId4"/>
    <p:sldMasterId id="2147483722" r:id="rId5"/>
    <p:sldMasterId id="2147483661" r:id="rId6"/>
  </p:sldMasterIdLst>
  <p:notesMasterIdLst>
    <p:notesMasterId r:id="rId29"/>
  </p:notesMasterIdLst>
  <p:sldIdLst>
    <p:sldId id="475" r:id="rId7"/>
    <p:sldId id="476" r:id="rId8"/>
    <p:sldId id="478" r:id="rId9"/>
    <p:sldId id="519" r:id="rId10"/>
    <p:sldId id="520" r:id="rId11"/>
    <p:sldId id="481" r:id="rId12"/>
    <p:sldId id="521" r:id="rId13"/>
    <p:sldId id="522" r:id="rId14"/>
    <p:sldId id="497" r:id="rId15"/>
    <p:sldId id="486" r:id="rId16"/>
    <p:sldId id="487" r:id="rId17"/>
    <p:sldId id="485" r:id="rId18"/>
    <p:sldId id="515" r:id="rId19"/>
    <p:sldId id="527" r:id="rId20"/>
    <p:sldId id="523" r:id="rId21"/>
    <p:sldId id="510" r:id="rId22"/>
    <p:sldId id="489" r:id="rId23"/>
    <p:sldId id="511" r:id="rId24"/>
    <p:sldId id="526" r:id="rId25"/>
    <p:sldId id="528" r:id="rId26"/>
    <p:sldId id="421" r:id="rId27"/>
    <p:sldId id="42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53562D1-4B04-43E6-A5A1-F9332ACB4B61}">
          <p14:sldIdLst>
            <p14:sldId id="475"/>
          </p14:sldIdLst>
        </p14:section>
        <p14:section name="Agenda" id="{F2478733-CFD8-4DD4-974B-CD7F0BFAFBCA}">
          <p14:sldIdLst>
            <p14:sldId id="476"/>
          </p14:sldIdLst>
        </p14:section>
        <p14:section name="Problem Statement" id="{FF43DD61-F7D9-4306-9FC2-6A03270361B5}">
          <p14:sldIdLst>
            <p14:sldId id="478"/>
            <p14:sldId id="519"/>
          </p14:sldIdLst>
        </p14:section>
        <p14:section name="Project Overview" id="{2161079B-957A-4744-8BC4-AC8BFCD84576}">
          <p14:sldIdLst>
            <p14:sldId id="520"/>
          </p14:sldIdLst>
        </p14:section>
        <p14:section name="Data pull" id="{2C56A056-B537-4C03-B0F3-39885BA607CC}">
          <p14:sldIdLst>
            <p14:sldId id="481"/>
          </p14:sldIdLst>
        </p14:section>
        <p14:section name="EDA" id="{8D0A14D4-EEDB-4244-9B1A-D6D214D9F395}">
          <p14:sldIdLst>
            <p14:sldId id="521"/>
          </p14:sldIdLst>
        </p14:section>
        <p14:section name="Text cleaning" id="{4AE6B8B3-09A0-44A4-A38B-F7DF909CD3AA}">
          <p14:sldIdLst>
            <p14:sldId id="522"/>
          </p14:sldIdLst>
        </p14:section>
        <p14:section name="Spell correction" id="{41137075-B7B9-4667-9CA4-575393CC28D6}">
          <p14:sldIdLst>
            <p14:sldId id="497"/>
          </p14:sldIdLst>
        </p14:section>
        <p14:section name="Stopwords" id="{1C38DCE5-CC91-4A74-877D-8CCE97BE5082}">
          <p14:sldIdLst>
            <p14:sldId id="486"/>
          </p14:sldIdLst>
        </p14:section>
        <p14:section name="Lemmatize" id="{5351A754-55A2-4E23-AB7A-16374AEEFF8B}">
          <p14:sldIdLst>
            <p14:sldId id="487"/>
          </p14:sldIdLst>
        </p14:section>
        <p14:section name="Models" id="{77533246-A8FC-4785-BEA3-0DE91B5CE4A7}">
          <p14:sldIdLst>
            <p14:sldId id="485"/>
            <p14:sldId id="515"/>
            <p14:sldId id="527"/>
          </p14:sldIdLst>
        </p14:section>
        <p14:section name="Data augmentation" id="{3DD8673D-6D2B-46DC-B2FD-0464C0C8D327}">
          <p14:sldIdLst>
            <p14:sldId id="523"/>
            <p14:sldId id="510"/>
          </p14:sldIdLst>
        </p14:section>
        <p14:section name="Evaluation Metric and results" id="{C9058E69-9C7C-47C7-A57E-249270DBFA24}">
          <p14:sldIdLst>
            <p14:sldId id="489"/>
            <p14:sldId id="511"/>
            <p14:sldId id="526"/>
          </p14:sldIdLst>
        </p14:section>
        <p14:section name="Thank you" id="{8A6AE10C-96B8-4FBF-BD1F-BBD5A13EAE47}">
          <p14:sldIdLst>
            <p14:sldId id="528"/>
          </p14:sldIdLst>
        </p14:section>
        <p14:section name="FastText" id="{2F6B314D-D262-42D5-8F3E-B0D3FB2645C1}">
          <p14:sldIdLst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shabh Thapliyal" initials="RT" lastIdx="2" clrIdx="0">
    <p:extLst>
      <p:ext uri="{19B8F6BF-5375-455C-9EA6-DF929625EA0E}">
        <p15:presenceInfo xmlns:p15="http://schemas.microsoft.com/office/powerpoint/2012/main" userId="S::r0t04ee@homeoffice.wal-mart.com::368b16fe-05c0-4215-83a5-b415b40e56f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B9E7"/>
    <a:srgbClr val="F47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D0ECD0-572F-4956-9F55-FCE5953347F4}" v="701" dt="2021-07-21T10:01:59.1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88317" autoAdjust="0"/>
  </p:normalViewPr>
  <p:slideViewPr>
    <p:cSldViewPr snapToGrid="0">
      <p:cViewPr varScale="1">
        <p:scale>
          <a:sx n="76" d="100"/>
          <a:sy n="76" d="100"/>
        </p:scale>
        <p:origin x="117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34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microsoft.com/office/2015/10/relationships/revisionInfo" Target="revisionInfo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abh Thapliyal" userId="368b16fe-05c0-4215-83a5-b415b40e56f1" providerId="ADAL" clId="{0CD0ECD0-572F-4956-9F55-FCE5953347F4}"/>
    <pc:docChg chg="undo redo custSel addSld delSld modSld sldOrd addSection delSection modSection">
      <pc:chgData name="Rishabh Thapliyal" userId="368b16fe-05c0-4215-83a5-b415b40e56f1" providerId="ADAL" clId="{0CD0ECD0-572F-4956-9F55-FCE5953347F4}" dt="2021-07-21T11:47:00.479" v="8077" actId="17851"/>
      <pc:docMkLst>
        <pc:docMk/>
      </pc:docMkLst>
      <pc:sldChg chg="del">
        <pc:chgData name="Rishabh Thapliyal" userId="368b16fe-05c0-4215-83a5-b415b40e56f1" providerId="ADAL" clId="{0CD0ECD0-572F-4956-9F55-FCE5953347F4}" dt="2021-07-19T03:27:21.512" v="0" actId="18676"/>
        <pc:sldMkLst>
          <pc:docMk/>
          <pc:sldMk cId="1676164384" sldId="256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3491357958" sldId="257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668213500" sldId="258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1868190013" sldId="259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2578639125" sldId="260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1089094538" sldId="261"/>
        </pc:sldMkLst>
      </pc:sldChg>
      <pc:sldChg chg="del">
        <pc:chgData name="Rishabh Thapliyal" userId="368b16fe-05c0-4215-83a5-b415b40e56f1" providerId="ADAL" clId="{0CD0ECD0-572F-4956-9F55-FCE5953347F4}" dt="2021-07-19T03:27:21.512" v="0" actId="18676"/>
        <pc:sldMkLst>
          <pc:docMk/>
          <pc:sldMk cId="2984107358" sldId="262"/>
        </pc:sldMkLst>
      </pc:sldChg>
      <pc:sldChg chg="del">
        <pc:chgData name="Rishabh Thapliyal" userId="368b16fe-05c0-4215-83a5-b415b40e56f1" providerId="ADAL" clId="{0CD0ECD0-572F-4956-9F55-FCE5953347F4}" dt="2021-07-19T03:27:21.512" v="0" actId="18676"/>
        <pc:sldMkLst>
          <pc:docMk/>
          <pc:sldMk cId="390674536" sldId="263"/>
        </pc:sldMkLst>
      </pc:sldChg>
      <pc:sldChg chg="del">
        <pc:chgData name="Rishabh Thapliyal" userId="368b16fe-05c0-4215-83a5-b415b40e56f1" providerId="ADAL" clId="{0CD0ECD0-572F-4956-9F55-FCE5953347F4}" dt="2021-07-19T03:27:21.512" v="0" actId="18676"/>
        <pc:sldMkLst>
          <pc:docMk/>
          <pc:sldMk cId="3224840388" sldId="264"/>
        </pc:sldMkLst>
      </pc:sldChg>
      <pc:sldChg chg="del">
        <pc:chgData name="Rishabh Thapliyal" userId="368b16fe-05c0-4215-83a5-b415b40e56f1" providerId="ADAL" clId="{0CD0ECD0-572F-4956-9F55-FCE5953347F4}" dt="2021-07-19T03:27:21.512" v="0" actId="18676"/>
        <pc:sldMkLst>
          <pc:docMk/>
          <pc:sldMk cId="3416484725" sldId="265"/>
        </pc:sldMkLst>
      </pc:sldChg>
      <pc:sldChg chg="del">
        <pc:chgData name="Rishabh Thapliyal" userId="368b16fe-05c0-4215-83a5-b415b40e56f1" providerId="ADAL" clId="{0CD0ECD0-572F-4956-9F55-FCE5953347F4}" dt="2021-07-19T03:27:21.512" v="0" actId="18676"/>
        <pc:sldMkLst>
          <pc:docMk/>
          <pc:sldMk cId="3006441323" sldId="266"/>
        </pc:sldMkLst>
      </pc:sldChg>
      <pc:sldChg chg="del">
        <pc:chgData name="Rishabh Thapliyal" userId="368b16fe-05c0-4215-83a5-b415b40e56f1" providerId="ADAL" clId="{0CD0ECD0-572F-4956-9F55-FCE5953347F4}" dt="2021-07-19T03:27:21.512" v="0" actId="18676"/>
        <pc:sldMkLst>
          <pc:docMk/>
          <pc:sldMk cId="1731366157" sldId="267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1013234336" sldId="268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1389507758" sldId="269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2650775123" sldId="270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1517856750" sldId="271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1221357739" sldId="272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2344740983" sldId="273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1248869169" sldId="274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2408155349" sldId="275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3629573748" sldId="277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1126462095" sldId="279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3720999960" sldId="280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3967498314" sldId="281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489864542" sldId="283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1502337017" sldId="284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2732682679" sldId="285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3171351445" sldId="286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471558146" sldId="287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4171836735" sldId="288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4229424653" sldId="289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2912877079" sldId="290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3462454870" sldId="291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1327612909" sldId="292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2757906163" sldId="293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1435242241" sldId="294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3817683614" sldId="295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1932887380" sldId="296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4038595021" sldId="297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4160128722" sldId="298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1041055136" sldId="299"/>
        </pc:sldMkLst>
      </pc:sldChg>
      <pc:sldChg chg="del">
        <pc:chgData name="Rishabh Thapliyal" userId="368b16fe-05c0-4215-83a5-b415b40e56f1" providerId="ADAL" clId="{0CD0ECD0-572F-4956-9F55-FCE5953347F4}" dt="2021-07-19T03:27:36.670" v="2" actId="18676"/>
        <pc:sldMkLst>
          <pc:docMk/>
          <pc:sldMk cId="2694582006" sldId="301"/>
        </pc:sldMkLst>
      </pc:sldChg>
      <pc:sldChg chg="del">
        <pc:chgData name="Rishabh Thapliyal" userId="368b16fe-05c0-4215-83a5-b415b40e56f1" providerId="ADAL" clId="{0CD0ECD0-572F-4956-9F55-FCE5953347F4}" dt="2021-07-19T03:27:29.160" v="1" actId="18676"/>
        <pc:sldMkLst>
          <pc:docMk/>
          <pc:sldMk cId="398715721" sldId="302"/>
        </pc:sldMkLst>
      </pc:sldChg>
      <pc:sldChg chg="del">
        <pc:chgData name="Rishabh Thapliyal" userId="368b16fe-05c0-4215-83a5-b415b40e56f1" providerId="ADAL" clId="{0CD0ECD0-572F-4956-9F55-FCE5953347F4}" dt="2021-07-19T03:27:36.670" v="2" actId="18676"/>
        <pc:sldMkLst>
          <pc:docMk/>
          <pc:sldMk cId="2225847520" sldId="303"/>
        </pc:sldMkLst>
      </pc:sldChg>
      <pc:sldChg chg="del">
        <pc:chgData name="Rishabh Thapliyal" userId="368b16fe-05c0-4215-83a5-b415b40e56f1" providerId="ADAL" clId="{0CD0ECD0-572F-4956-9F55-FCE5953347F4}" dt="2021-07-19T03:27:36.670" v="2" actId="18676"/>
        <pc:sldMkLst>
          <pc:docMk/>
          <pc:sldMk cId="2825703834" sldId="304"/>
        </pc:sldMkLst>
      </pc:sldChg>
      <pc:sldChg chg="del">
        <pc:chgData name="Rishabh Thapliyal" userId="368b16fe-05c0-4215-83a5-b415b40e56f1" providerId="ADAL" clId="{0CD0ECD0-572F-4956-9F55-FCE5953347F4}" dt="2021-07-19T03:27:36.670" v="2" actId="18676"/>
        <pc:sldMkLst>
          <pc:docMk/>
          <pc:sldMk cId="3748474457" sldId="305"/>
        </pc:sldMkLst>
      </pc:sldChg>
      <pc:sldChg chg="del">
        <pc:chgData name="Rishabh Thapliyal" userId="368b16fe-05c0-4215-83a5-b415b40e56f1" providerId="ADAL" clId="{0CD0ECD0-572F-4956-9F55-FCE5953347F4}" dt="2021-07-19T03:27:36.670" v="2" actId="18676"/>
        <pc:sldMkLst>
          <pc:docMk/>
          <pc:sldMk cId="3544674642" sldId="306"/>
        </pc:sldMkLst>
      </pc:sldChg>
      <pc:sldChg chg="del">
        <pc:chgData name="Rishabh Thapliyal" userId="368b16fe-05c0-4215-83a5-b415b40e56f1" providerId="ADAL" clId="{0CD0ECD0-572F-4956-9F55-FCE5953347F4}" dt="2021-07-19T03:27:36.670" v="2" actId="18676"/>
        <pc:sldMkLst>
          <pc:docMk/>
          <pc:sldMk cId="3361140044" sldId="307"/>
        </pc:sldMkLst>
      </pc:sldChg>
      <pc:sldChg chg="del">
        <pc:chgData name="Rishabh Thapliyal" userId="368b16fe-05c0-4215-83a5-b415b40e56f1" providerId="ADAL" clId="{0CD0ECD0-572F-4956-9F55-FCE5953347F4}" dt="2021-07-19T03:27:36.670" v="2" actId="18676"/>
        <pc:sldMkLst>
          <pc:docMk/>
          <pc:sldMk cId="277764983" sldId="308"/>
        </pc:sldMkLst>
      </pc:sldChg>
      <pc:sldChg chg="del">
        <pc:chgData name="Rishabh Thapliyal" userId="368b16fe-05c0-4215-83a5-b415b40e56f1" providerId="ADAL" clId="{0CD0ECD0-572F-4956-9F55-FCE5953347F4}" dt="2021-07-19T03:27:36.670" v="2" actId="18676"/>
        <pc:sldMkLst>
          <pc:docMk/>
          <pc:sldMk cId="2683615882" sldId="309"/>
        </pc:sldMkLst>
      </pc:sldChg>
      <pc:sldChg chg="del">
        <pc:chgData name="Rishabh Thapliyal" userId="368b16fe-05c0-4215-83a5-b415b40e56f1" providerId="ADAL" clId="{0CD0ECD0-572F-4956-9F55-FCE5953347F4}" dt="2021-07-19T03:27:36.670" v="2" actId="18676"/>
        <pc:sldMkLst>
          <pc:docMk/>
          <pc:sldMk cId="2224386369" sldId="310"/>
        </pc:sldMkLst>
      </pc:sldChg>
      <pc:sldChg chg="del">
        <pc:chgData name="Rishabh Thapliyal" userId="368b16fe-05c0-4215-83a5-b415b40e56f1" providerId="ADAL" clId="{0CD0ECD0-572F-4956-9F55-FCE5953347F4}" dt="2021-07-19T03:27:36.670" v="2" actId="18676"/>
        <pc:sldMkLst>
          <pc:docMk/>
          <pc:sldMk cId="1731427468" sldId="311"/>
        </pc:sldMkLst>
      </pc:sldChg>
      <pc:sldChg chg="del">
        <pc:chgData name="Rishabh Thapliyal" userId="368b16fe-05c0-4215-83a5-b415b40e56f1" providerId="ADAL" clId="{0CD0ECD0-572F-4956-9F55-FCE5953347F4}" dt="2021-07-19T03:27:36.670" v="2" actId="18676"/>
        <pc:sldMkLst>
          <pc:docMk/>
          <pc:sldMk cId="1362751064" sldId="312"/>
        </pc:sldMkLst>
      </pc:sldChg>
      <pc:sldChg chg="del">
        <pc:chgData name="Rishabh Thapliyal" userId="368b16fe-05c0-4215-83a5-b415b40e56f1" providerId="ADAL" clId="{0CD0ECD0-572F-4956-9F55-FCE5953347F4}" dt="2021-07-19T03:27:36.670" v="2" actId="18676"/>
        <pc:sldMkLst>
          <pc:docMk/>
          <pc:sldMk cId="2534157100" sldId="313"/>
        </pc:sldMkLst>
      </pc:sldChg>
      <pc:sldChg chg="del">
        <pc:chgData name="Rishabh Thapliyal" userId="368b16fe-05c0-4215-83a5-b415b40e56f1" providerId="ADAL" clId="{0CD0ECD0-572F-4956-9F55-FCE5953347F4}" dt="2021-07-19T03:27:36.670" v="2" actId="18676"/>
        <pc:sldMkLst>
          <pc:docMk/>
          <pc:sldMk cId="2848677267" sldId="314"/>
        </pc:sldMkLst>
      </pc:sldChg>
      <pc:sldChg chg="del">
        <pc:chgData name="Rishabh Thapliyal" userId="368b16fe-05c0-4215-83a5-b415b40e56f1" providerId="ADAL" clId="{0CD0ECD0-572F-4956-9F55-FCE5953347F4}" dt="2021-07-19T03:27:36.670" v="2" actId="18676"/>
        <pc:sldMkLst>
          <pc:docMk/>
          <pc:sldMk cId="3208976361" sldId="315"/>
        </pc:sldMkLst>
      </pc:sldChg>
      <pc:sldChg chg="del">
        <pc:chgData name="Rishabh Thapliyal" userId="368b16fe-05c0-4215-83a5-b415b40e56f1" providerId="ADAL" clId="{0CD0ECD0-572F-4956-9F55-FCE5953347F4}" dt="2021-07-19T03:27:36.670" v="2" actId="18676"/>
        <pc:sldMkLst>
          <pc:docMk/>
          <pc:sldMk cId="2495567631" sldId="316"/>
        </pc:sldMkLst>
      </pc:sldChg>
      <pc:sldChg chg="del">
        <pc:chgData name="Rishabh Thapliyal" userId="368b16fe-05c0-4215-83a5-b415b40e56f1" providerId="ADAL" clId="{0CD0ECD0-572F-4956-9F55-FCE5953347F4}" dt="2021-07-19T03:27:36.670" v="2" actId="18676"/>
        <pc:sldMkLst>
          <pc:docMk/>
          <pc:sldMk cId="22216773" sldId="317"/>
        </pc:sldMkLst>
      </pc:sldChg>
      <pc:sldChg chg="del">
        <pc:chgData name="Rishabh Thapliyal" userId="368b16fe-05c0-4215-83a5-b415b40e56f1" providerId="ADAL" clId="{0CD0ECD0-572F-4956-9F55-FCE5953347F4}" dt="2021-07-19T03:27:36.670" v="2" actId="18676"/>
        <pc:sldMkLst>
          <pc:docMk/>
          <pc:sldMk cId="42701999" sldId="318"/>
        </pc:sldMkLst>
      </pc:sldChg>
      <pc:sldChg chg="del">
        <pc:chgData name="Rishabh Thapliyal" userId="368b16fe-05c0-4215-83a5-b415b40e56f1" providerId="ADAL" clId="{0CD0ECD0-572F-4956-9F55-FCE5953347F4}" dt="2021-07-19T03:27:36.670" v="2" actId="18676"/>
        <pc:sldMkLst>
          <pc:docMk/>
          <pc:sldMk cId="136209907" sldId="319"/>
        </pc:sldMkLst>
      </pc:sldChg>
      <pc:sldChg chg="del">
        <pc:chgData name="Rishabh Thapliyal" userId="368b16fe-05c0-4215-83a5-b415b40e56f1" providerId="ADAL" clId="{0CD0ECD0-572F-4956-9F55-FCE5953347F4}" dt="2021-07-19T03:27:36.670" v="2" actId="18676"/>
        <pc:sldMkLst>
          <pc:docMk/>
          <pc:sldMk cId="977677292" sldId="320"/>
        </pc:sldMkLst>
      </pc:sldChg>
      <pc:sldChg chg="del">
        <pc:chgData name="Rishabh Thapliyal" userId="368b16fe-05c0-4215-83a5-b415b40e56f1" providerId="ADAL" clId="{0CD0ECD0-572F-4956-9F55-FCE5953347F4}" dt="2021-07-19T03:27:36.670" v="2" actId="18676"/>
        <pc:sldMkLst>
          <pc:docMk/>
          <pc:sldMk cId="4048344356" sldId="321"/>
        </pc:sldMkLst>
      </pc:sldChg>
      <pc:sldChg chg="del">
        <pc:chgData name="Rishabh Thapliyal" userId="368b16fe-05c0-4215-83a5-b415b40e56f1" providerId="ADAL" clId="{0CD0ECD0-572F-4956-9F55-FCE5953347F4}" dt="2021-07-19T03:27:36.670" v="2" actId="18676"/>
        <pc:sldMkLst>
          <pc:docMk/>
          <pc:sldMk cId="1407292537" sldId="322"/>
        </pc:sldMkLst>
      </pc:sldChg>
      <pc:sldChg chg="del">
        <pc:chgData name="Rishabh Thapliyal" userId="368b16fe-05c0-4215-83a5-b415b40e56f1" providerId="ADAL" clId="{0CD0ECD0-572F-4956-9F55-FCE5953347F4}" dt="2021-07-19T03:27:36.670" v="2" actId="18676"/>
        <pc:sldMkLst>
          <pc:docMk/>
          <pc:sldMk cId="334685687" sldId="323"/>
        </pc:sldMkLst>
      </pc:sldChg>
      <pc:sldChg chg="del">
        <pc:chgData name="Rishabh Thapliyal" userId="368b16fe-05c0-4215-83a5-b415b40e56f1" providerId="ADAL" clId="{0CD0ECD0-572F-4956-9F55-FCE5953347F4}" dt="2021-07-19T03:27:36.670" v="2" actId="18676"/>
        <pc:sldMkLst>
          <pc:docMk/>
          <pc:sldMk cId="631878985" sldId="325"/>
        </pc:sldMkLst>
      </pc:sldChg>
      <pc:sldChg chg="del">
        <pc:chgData name="Rishabh Thapliyal" userId="368b16fe-05c0-4215-83a5-b415b40e56f1" providerId="ADAL" clId="{0CD0ECD0-572F-4956-9F55-FCE5953347F4}" dt="2021-07-19T03:27:36.670" v="2" actId="18676"/>
        <pc:sldMkLst>
          <pc:docMk/>
          <pc:sldMk cId="2972285356" sldId="326"/>
        </pc:sldMkLst>
      </pc:sldChg>
      <pc:sldChg chg="del">
        <pc:chgData name="Rishabh Thapliyal" userId="368b16fe-05c0-4215-83a5-b415b40e56f1" providerId="ADAL" clId="{0CD0ECD0-572F-4956-9F55-FCE5953347F4}" dt="2021-07-19T03:27:36.670" v="2" actId="18676"/>
        <pc:sldMkLst>
          <pc:docMk/>
          <pc:sldMk cId="2959315682" sldId="327"/>
        </pc:sldMkLst>
      </pc:sldChg>
      <pc:sldChg chg="del">
        <pc:chgData name="Rishabh Thapliyal" userId="368b16fe-05c0-4215-83a5-b415b40e56f1" providerId="ADAL" clId="{0CD0ECD0-572F-4956-9F55-FCE5953347F4}" dt="2021-07-19T03:27:36.670" v="2" actId="18676"/>
        <pc:sldMkLst>
          <pc:docMk/>
          <pc:sldMk cId="2240116530" sldId="328"/>
        </pc:sldMkLst>
      </pc:sldChg>
      <pc:sldChg chg="del">
        <pc:chgData name="Rishabh Thapliyal" userId="368b16fe-05c0-4215-83a5-b415b40e56f1" providerId="ADAL" clId="{0CD0ECD0-572F-4956-9F55-FCE5953347F4}" dt="2021-07-19T03:27:36.670" v="2" actId="18676"/>
        <pc:sldMkLst>
          <pc:docMk/>
          <pc:sldMk cId="4086613967" sldId="329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1192313093" sldId="330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3796789212" sldId="332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2283266517" sldId="333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964545547" sldId="334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1060196117" sldId="335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572959137" sldId="336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3315759141" sldId="337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3737954770" sldId="338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3262042601" sldId="339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1843164710" sldId="340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1114067602" sldId="341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2322502197" sldId="342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545157795" sldId="343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3687517267" sldId="344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198867113" sldId="345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837821057" sldId="346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3753665857" sldId="347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2288774277" sldId="348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1488721711" sldId="349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750976554" sldId="350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2407609552" sldId="351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2354252240" sldId="352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1474966894" sldId="353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2570691892" sldId="354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1968676191" sldId="355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3494214305" sldId="356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3170795044" sldId="357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3790158779" sldId="358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1200693035" sldId="359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1656032241" sldId="360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214626147" sldId="361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4283948965" sldId="362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3976096894" sldId="363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1174213539" sldId="364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54380694" sldId="365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2349328206" sldId="366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2981243973" sldId="367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2695174781" sldId="368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671741437" sldId="369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1877168024" sldId="370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3257457226" sldId="371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1698670505" sldId="372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389028872" sldId="373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2265669371" sldId="374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3242487418" sldId="375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2499868590" sldId="376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2302994920" sldId="377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2526837637" sldId="378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2718810153" sldId="379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3433350833" sldId="380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1511732583" sldId="381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2237504718" sldId="382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3980253970" sldId="383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155386419" sldId="384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3673944153" sldId="385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1979032966" sldId="386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1458654110" sldId="387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4089680348" sldId="388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2487277629" sldId="389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2392425821" sldId="390"/>
        </pc:sldMkLst>
      </pc:sldChg>
      <pc:sldChg chg="del">
        <pc:chgData name="Rishabh Thapliyal" userId="368b16fe-05c0-4215-83a5-b415b40e56f1" providerId="ADAL" clId="{0CD0ECD0-572F-4956-9F55-FCE5953347F4}" dt="2021-07-19T03:27:44.493" v="3" actId="18676"/>
        <pc:sldMkLst>
          <pc:docMk/>
          <pc:sldMk cId="1253563509" sldId="391"/>
        </pc:sldMkLst>
      </pc:sldChg>
      <pc:sldChg chg="del">
        <pc:chgData name="Rishabh Thapliyal" userId="368b16fe-05c0-4215-83a5-b415b40e56f1" providerId="ADAL" clId="{0CD0ECD0-572F-4956-9F55-FCE5953347F4}" dt="2021-07-19T03:27:52.495" v="4" actId="18676"/>
        <pc:sldMkLst>
          <pc:docMk/>
          <pc:sldMk cId="1763607339" sldId="392"/>
        </pc:sldMkLst>
      </pc:sldChg>
      <pc:sldChg chg="del">
        <pc:chgData name="Rishabh Thapliyal" userId="368b16fe-05c0-4215-83a5-b415b40e56f1" providerId="ADAL" clId="{0CD0ECD0-572F-4956-9F55-FCE5953347F4}" dt="2021-07-19T03:27:52.495" v="4" actId="18676"/>
        <pc:sldMkLst>
          <pc:docMk/>
          <pc:sldMk cId="123653767" sldId="393"/>
        </pc:sldMkLst>
      </pc:sldChg>
      <pc:sldChg chg="del">
        <pc:chgData name="Rishabh Thapliyal" userId="368b16fe-05c0-4215-83a5-b415b40e56f1" providerId="ADAL" clId="{0CD0ECD0-572F-4956-9F55-FCE5953347F4}" dt="2021-07-19T03:27:52.495" v="4" actId="18676"/>
        <pc:sldMkLst>
          <pc:docMk/>
          <pc:sldMk cId="3399649525" sldId="394"/>
        </pc:sldMkLst>
      </pc:sldChg>
      <pc:sldChg chg="del">
        <pc:chgData name="Rishabh Thapliyal" userId="368b16fe-05c0-4215-83a5-b415b40e56f1" providerId="ADAL" clId="{0CD0ECD0-572F-4956-9F55-FCE5953347F4}" dt="2021-07-19T03:27:52.495" v="4" actId="18676"/>
        <pc:sldMkLst>
          <pc:docMk/>
          <pc:sldMk cId="1302991947" sldId="395"/>
        </pc:sldMkLst>
      </pc:sldChg>
      <pc:sldChg chg="del">
        <pc:chgData name="Rishabh Thapliyal" userId="368b16fe-05c0-4215-83a5-b415b40e56f1" providerId="ADAL" clId="{0CD0ECD0-572F-4956-9F55-FCE5953347F4}" dt="2021-07-19T03:27:52.495" v="4" actId="18676"/>
        <pc:sldMkLst>
          <pc:docMk/>
          <pc:sldMk cId="296640828" sldId="396"/>
        </pc:sldMkLst>
      </pc:sldChg>
      <pc:sldChg chg="del">
        <pc:chgData name="Rishabh Thapliyal" userId="368b16fe-05c0-4215-83a5-b415b40e56f1" providerId="ADAL" clId="{0CD0ECD0-572F-4956-9F55-FCE5953347F4}" dt="2021-07-19T03:27:52.495" v="4" actId="18676"/>
        <pc:sldMkLst>
          <pc:docMk/>
          <pc:sldMk cId="2368988706" sldId="397"/>
        </pc:sldMkLst>
      </pc:sldChg>
      <pc:sldChg chg="del">
        <pc:chgData name="Rishabh Thapliyal" userId="368b16fe-05c0-4215-83a5-b415b40e56f1" providerId="ADAL" clId="{0CD0ECD0-572F-4956-9F55-FCE5953347F4}" dt="2021-07-19T03:27:52.495" v="4" actId="18676"/>
        <pc:sldMkLst>
          <pc:docMk/>
          <pc:sldMk cId="2106810531" sldId="398"/>
        </pc:sldMkLst>
      </pc:sldChg>
      <pc:sldChg chg="del">
        <pc:chgData name="Rishabh Thapliyal" userId="368b16fe-05c0-4215-83a5-b415b40e56f1" providerId="ADAL" clId="{0CD0ECD0-572F-4956-9F55-FCE5953347F4}" dt="2021-07-19T03:27:52.495" v="4" actId="18676"/>
        <pc:sldMkLst>
          <pc:docMk/>
          <pc:sldMk cId="2325523049" sldId="399"/>
        </pc:sldMkLst>
      </pc:sldChg>
      <pc:sldChg chg="del">
        <pc:chgData name="Rishabh Thapliyal" userId="368b16fe-05c0-4215-83a5-b415b40e56f1" providerId="ADAL" clId="{0CD0ECD0-572F-4956-9F55-FCE5953347F4}" dt="2021-07-19T03:27:52.495" v="4" actId="18676"/>
        <pc:sldMkLst>
          <pc:docMk/>
          <pc:sldMk cId="1093311432" sldId="401"/>
        </pc:sldMkLst>
      </pc:sldChg>
      <pc:sldChg chg="del">
        <pc:chgData name="Rishabh Thapliyal" userId="368b16fe-05c0-4215-83a5-b415b40e56f1" providerId="ADAL" clId="{0CD0ECD0-572F-4956-9F55-FCE5953347F4}" dt="2021-07-19T03:27:52.495" v="4" actId="18676"/>
        <pc:sldMkLst>
          <pc:docMk/>
          <pc:sldMk cId="960767977" sldId="402"/>
        </pc:sldMkLst>
      </pc:sldChg>
      <pc:sldChg chg="del">
        <pc:chgData name="Rishabh Thapliyal" userId="368b16fe-05c0-4215-83a5-b415b40e56f1" providerId="ADAL" clId="{0CD0ECD0-572F-4956-9F55-FCE5953347F4}" dt="2021-07-19T03:27:52.495" v="4" actId="18676"/>
        <pc:sldMkLst>
          <pc:docMk/>
          <pc:sldMk cId="3096552609" sldId="403"/>
        </pc:sldMkLst>
      </pc:sldChg>
      <pc:sldChg chg="del">
        <pc:chgData name="Rishabh Thapliyal" userId="368b16fe-05c0-4215-83a5-b415b40e56f1" providerId="ADAL" clId="{0CD0ECD0-572F-4956-9F55-FCE5953347F4}" dt="2021-07-19T03:27:52.495" v="4" actId="18676"/>
        <pc:sldMkLst>
          <pc:docMk/>
          <pc:sldMk cId="1488495646" sldId="404"/>
        </pc:sldMkLst>
      </pc:sldChg>
      <pc:sldChg chg="del">
        <pc:chgData name="Rishabh Thapliyal" userId="368b16fe-05c0-4215-83a5-b415b40e56f1" providerId="ADAL" clId="{0CD0ECD0-572F-4956-9F55-FCE5953347F4}" dt="2021-07-19T03:27:52.495" v="4" actId="18676"/>
        <pc:sldMkLst>
          <pc:docMk/>
          <pc:sldMk cId="2323456978" sldId="405"/>
        </pc:sldMkLst>
      </pc:sldChg>
      <pc:sldChg chg="del">
        <pc:chgData name="Rishabh Thapliyal" userId="368b16fe-05c0-4215-83a5-b415b40e56f1" providerId="ADAL" clId="{0CD0ECD0-572F-4956-9F55-FCE5953347F4}" dt="2021-07-19T03:27:52.495" v="4" actId="18676"/>
        <pc:sldMkLst>
          <pc:docMk/>
          <pc:sldMk cId="1712918236" sldId="406"/>
        </pc:sldMkLst>
      </pc:sldChg>
      <pc:sldChg chg="del">
        <pc:chgData name="Rishabh Thapliyal" userId="368b16fe-05c0-4215-83a5-b415b40e56f1" providerId="ADAL" clId="{0CD0ECD0-572F-4956-9F55-FCE5953347F4}" dt="2021-07-19T03:27:52.495" v="4" actId="18676"/>
        <pc:sldMkLst>
          <pc:docMk/>
          <pc:sldMk cId="3906584518" sldId="407"/>
        </pc:sldMkLst>
      </pc:sldChg>
      <pc:sldChg chg="del">
        <pc:chgData name="Rishabh Thapliyal" userId="368b16fe-05c0-4215-83a5-b415b40e56f1" providerId="ADAL" clId="{0CD0ECD0-572F-4956-9F55-FCE5953347F4}" dt="2021-07-19T03:27:52.495" v="4" actId="18676"/>
        <pc:sldMkLst>
          <pc:docMk/>
          <pc:sldMk cId="1443901850" sldId="408"/>
        </pc:sldMkLst>
      </pc:sldChg>
      <pc:sldChg chg="del">
        <pc:chgData name="Rishabh Thapliyal" userId="368b16fe-05c0-4215-83a5-b415b40e56f1" providerId="ADAL" clId="{0CD0ECD0-572F-4956-9F55-FCE5953347F4}" dt="2021-07-19T03:27:52.495" v="4" actId="18676"/>
        <pc:sldMkLst>
          <pc:docMk/>
          <pc:sldMk cId="1838138992" sldId="409"/>
        </pc:sldMkLst>
      </pc:sldChg>
      <pc:sldChg chg="del">
        <pc:chgData name="Rishabh Thapliyal" userId="368b16fe-05c0-4215-83a5-b415b40e56f1" providerId="ADAL" clId="{0CD0ECD0-572F-4956-9F55-FCE5953347F4}" dt="2021-07-19T03:27:52.495" v="4" actId="18676"/>
        <pc:sldMkLst>
          <pc:docMk/>
          <pc:sldMk cId="1573071762" sldId="410"/>
        </pc:sldMkLst>
      </pc:sldChg>
      <pc:sldChg chg="del">
        <pc:chgData name="Rishabh Thapliyal" userId="368b16fe-05c0-4215-83a5-b415b40e56f1" providerId="ADAL" clId="{0CD0ECD0-572F-4956-9F55-FCE5953347F4}" dt="2021-07-19T03:28:57.618" v="5" actId="18676"/>
        <pc:sldMkLst>
          <pc:docMk/>
          <pc:sldMk cId="3533774753" sldId="411"/>
        </pc:sldMkLst>
      </pc:sldChg>
      <pc:sldChg chg="del">
        <pc:chgData name="Rishabh Thapliyal" userId="368b16fe-05c0-4215-83a5-b415b40e56f1" providerId="ADAL" clId="{0CD0ECD0-572F-4956-9F55-FCE5953347F4}" dt="2021-07-19T03:28:57.618" v="5" actId="18676"/>
        <pc:sldMkLst>
          <pc:docMk/>
          <pc:sldMk cId="799380822" sldId="412"/>
        </pc:sldMkLst>
      </pc:sldChg>
      <pc:sldChg chg="del">
        <pc:chgData name="Rishabh Thapliyal" userId="368b16fe-05c0-4215-83a5-b415b40e56f1" providerId="ADAL" clId="{0CD0ECD0-572F-4956-9F55-FCE5953347F4}" dt="2021-07-19T03:28:57.618" v="5" actId="18676"/>
        <pc:sldMkLst>
          <pc:docMk/>
          <pc:sldMk cId="3600561813" sldId="413"/>
        </pc:sldMkLst>
      </pc:sldChg>
      <pc:sldChg chg="del">
        <pc:chgData name="Rishabh Thapliyal" userId="368b16fe-05c0-4215-83a5-b415b40e56f1" providerId="ADAL" clId="{0CD0ECD0-572F-4956-9F55-FCE5953347F4}" dt="2021-07-19T03:28:57.618" v="5" actId="18676"/>
        <pc:sldMkLst>
          <pc:docMk/>
          <pc:sldMk cId="3876319496" sldId="414"/>
        </pc:sldMkLst>
      </pc:sldChg>
      <pc:sldChg chg="del">
        <pc:chgData name="Rishabh Thapliyal" userId="368b16fe-05c0-4215-83a5-b415b40e56f1" providerId="ADAL" clId="{0CD0ECD0-572F-4956-9F55-FCE5953347F4}" dt="2021-07-19T03:28:57.618" v="5" actId="18676"/>
        <pc:sldMkLst>
          <pc:docMk/>
          <pc:sldMk cId="2485064717" sldId="415"/>
        </pc:sldMkLst>
      </pc:sldChg>
      <pc:sldChg chg="del">
        <pc:chgData name="Rishabh Thapliyal" userId="368b16fe-05c0-4215-83a5-b415b40e56f1" providerId="ADAL" clId="{0CD0ECD0-572F-4956-9F55-FCE5953347F4}" dt="2021-07-19T03:28:57.618" v="5" actId="18676"/>
        <pc:sldMkLst>
          <pc:docMk/>
          <pc:sldMk cId="3646048846" sldId="416"/>
        </pc:sldMkLst>
      </pc:sldChg>
      <pc:sldChg chg="del">
        <pc:chgData name="Rishabh Thapliyal" userId="368b16fe-05c0-4215-83a5-b415b40e56f1" providerId="ADAL" clId="{0CD0ECD0-572F-4956-9F55-FCE5953347F4}" dt="2021-07-19T03:28:57.618" v="5" actId="18676"/>
        <pc:sldMkLst>
          <pc:docMk/>
          <pc:sldMk cId="177220327" sldId="417"/>
        </pc:sldMkLst>
      </pc:sldChg>
      <pc:sldChg chg="del">
        <pc:chgData name="Rishabh Thapliyal" userId="368b16fe-05c0-4215-83a5-b415b40e56f1" providerId="ADAL" clId="{0CD0ECD0-572F-4956-9F55-FCE5953347F4}" dt="2021-07-19T03:28:57.618" v="5" actId="18676"/>
        <pc:sldMkLst>
          <pc:docMk/>
          <pc:sldMk cId="2650799227" sldId="418"/>
        </pc:sldMkLst>
      </pc:sldChg>
      <pc:sldChg chg="del">
        <pc:chgData name="Rishabh Thapliyal" userId="368b16fe-05c0-4215-83a5-b415b40e56f1" providerId="ADAL" clId="{0CD0ECD0-572F-4956-9F55-FCE5953347F4}" dt="2021-07-19T03:28:57.618" v="5" actId="18676"/>
        <pc:sldMkLst>
          <pc:docMk/>
          <pc:sldMk cId="3555185853" sldId="419"/>
        </pc:sldMkLst>
      </pc:sldChg>
      <pc:sldChg chg="del">
        <pc:chgData name="Rishabh Thapliyal" userId="368b16fe-05c0-4215-83a5-b415b40e56f1" providerId="ADAL" clId="{0CD0ECD0-572F-4956-9F55-FCE5953347F4}" dt="2021-07-19T03:28:57.618" v="5" actId="18676"/>
        <pc:sldMkLst>
          <pc:docMk/>
          <pc:sldMk cId="1578992856" sldId="420"/>
        </pc:sldMkLst>
      </pc:sldChg>
      <pc:sldChg chg="add del">
        <pc:chgData name="Rishabh Thapliyal" userId="368b16fe-05c0-4215-83a5-b415b40e56f1" providerId="ADAL" clId="{0CD0ECD0-572F-4956-9F55-FCE5953347F4}" dt="2021-07-21T10:00:53.977" v="8038"/>
        <pc:sldMkLst>
          <pc:docMk/>
          <pc:sldMk cId="809060606" sldId="421"/>
        </pc:sldMkLst>
      </pc:sldChg>
      <pc:sldChg chg="add del">
        <pc:chgData name="Rishabh Thapliyal" userId="368b16fe-05c0-4215-83a5-b415b40e56f1" providerId="ADAL" clId="{0CD0ECD0-572F-4956-9F55-FCE5953347F4}" dt="2021-07-21T10:00:53.977" v="8038"/>
        <pc:sldMkLst>
          <pc:docMk/>
          <pc:sldMk cId="2515802210" sldId="422"/>
        </pc:sldMkLst>
      </pc:sldChg>
      <pc:sldChg chg="del">
        <pc:chgData name="Rishabh Thapliyal" userId="368b16fe-05c0-4215-83a5-b415b40e56f1" providerId="ADAL" clId="{0CD0ECD0-572F-4956-9F55-FCE5953347F4}" dt="2021-07-19T03:28:57.618" v="5" actId="18676"/>
        <pc:sldMkLst>
          <pc:docMk/>
          <pc:sldMk cId="1232060489" sldId="423"/>
        </pc:sldMkLst>
      </pc:sldChg>
      <pc:sldChg chg="del">
        <pc:chgData name="Rishabh Thapliyal" userId="368b16fe-05c0-4215-83a5-b415b40e56f1" providerId="ADAL" clId="{0CD0ECD0-572F-4956-9F55-FCE5953347F4}" dt="2021-07-19T03:28:57.618" v="5" actId="18676"/>
        <pc:sldMkLst>
          <pc:docMk/>
          <pc:sldMk cId="1684417610" sldId="424"/>
        </pc:sldMkLst>
      </pc:sldChg>
      <pc:sldChg chg="del">
        <pc:chgData name="Rishabh Thapliyal" userId="368b16fe-05c0-4215-83a5-b415b40e56f1" providerId="ADAL" clId="{0CD0ECD0-572F-4956-9F55-FCE5953347F4}" dt="2021-07-19T03:28:57.618" v="5" actId="18676"/>
        <pc:sldMkLst>
          <pc:docMk/>
          <pc:sldMk cId="592635884" sldId="426"/>
        </pc:sldMkLst>
      </pc:sldChg>
      <pc:sldChg chg="del">
        <pc:chgData name="Rishabh Thapliyal" userId="368b16fe-05c0-4215-83a5-b415b40e56f1" providerId="ADAL" clId="{0CD0ECD0-572F-4956-9F55-FCE5953347F4}" dt="2021-07-19T03:28:57.618" v="5" actId="18676"/>
        <pc:sldMkLst>
          <pc:docMk/>
          <pc:sldMk cId="3511618636" sldId="428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1399294703" sldId="429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3617381649" sldId="430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876798174" sldId="431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132508171" sldId="432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2379756341" sldId="433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3363454064" sldId="434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2899197955" sldId="435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3154329214" sldId="436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4268606123" sldId="437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1353303428" sldId="438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3885034544" sldId="440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2514902003" sldId="441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984738454" sldId="443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837180080" sldId="444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3797748295" sldId="445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3478164246" sldId="446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4020456675" sldId="447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625293632" sldId="448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1836843714" sldId="449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2385916433" sldId="450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1451127904" sldId="451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3500322160" sldId="452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4219567299" sldId="453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1211978945" sldId="454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612724463" sldId="455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3565990378" sldId="456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2483558910" sldId="457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2674994089" sldId="458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4261181042" sldId="460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617447629" sldId="461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3137572893" sldId="462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2015867584" sldId="463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3298924710" sldId="464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1443026281" sldId="466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3961796317" sldId="467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2153289379" sldId="468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3184851207" sldId="469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3741921624" sldId="470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2302603971" sldId="471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1168260076" sldId="472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3723678464" sldId="473"/>
        </pc:sldMkLst>
      </pc:sldChg>
      <pc:sldChg chg="del">
        <pc:chgData name="Rishabh Thapliyal" userId="368b16fe-05c0-4215-83a5-b415b40e56f1" providerId="ADAL" clId="{0CD0ECD0-572F-4956-9F55-FCE5953347F4}" dt="2021-07-19T10:41:32.695" v="4333" actId="2696"/>
        <pc:sldMkLst>
          <pc:docMk/>
          <pc:sldMk cId="2358194117" sldId="474"/>
        </pc:sldMkLst>
      </pc:sldChg>
      <pc:sldChg chg="addSp delSp modSp mod">
        <pc:chgData name="Rishabh Thapliyal" userId="368b16fe-05c0-4215-83a5-b415b40e56f1" providerId="ADAL" clId="{0CD0ECD0-572F-4956-9F55-FCE5953347F4}" dt="2021-07-19T12:31:31.972" v="4694" actId="20577"/>
        <pc:sldMkLst>
          <pc:docMk/>
          <pc:sldMk cId="3122746874" sldId="476"/>
        </pc:sldMkLst>
        <pc:spChg chg="mod">
          <ac:chgData name="Rishabh Thapliyal" userId="368b16fe-05c0-4215-83a5-b415b40e56f1" providerId="ADAL" clId="{0CD0ECD0-572F-4956-9F55-FCE5953347F4}" dt="2021-07-19T11:54:18.473" v="4508" actId="13822"/>
          <ac:spMkLst>
            <pc:docMk/>
            <pc:sldMk cId="3122746874" sldId="476"/>
            <ac:spMk id="3" creationId="{FC6E0423-1B73-49A8-91C1-E274D79E04A3}"/>
          </ac:spMkLst>
        </pc:spChg>
        <pc:spChg chg="add mod">
          <ac:chgData name="Rishabh Thapliyal" userId="368b16fe-05c0-4215-83a5-b415b40e56f1" providerId="ADAL" clId="{0CD0ECD0-572F-4956-9F55-FCE5953347F4}" dt="2021-07-19T12:31:31.972" v="4694" actId="20577"/>
          <ac:spMkLst>
            <pc:docMk/>
            <pc:sldMk cId="3122746874" sldId="476"/>
            <ac:spMk id="6" creationId="{2B5EA557-8F88-4BEC-AA5E-C101A2471FD5}"/>
          </ac:spMkLst>
        </pc:spChg>
        <pc:spChg chg="add mod">
          <ac:chgData name="Rishabh Thapliyal" userId="368b16fe-05c0-4215-83a5-b415b40e56f1" providerId="ADAL" clId="{0CD0ECD0-572F-4956-9F55-FCE5953347F4}" dt="2021-07-19T11:54:36.315" v="4510" actId="13822"/>
          <ac:spMkLst>
            <pc:docMk/>
            <pc:sldMk cId="3122746874" sldId="476"/>
            <ac:spMk id="7" creationId="{C9E4CD63-8E92-4EED-A46B-34CF6C50B7E2}"/>
          </ac:spMkLst>
        </pc:spChg>
        <pc:graphicFrameChg chg="add del mod modGraphic">
          <ac:chgData name="Rishabh Thapliyal" userId="368b16fe-05c0-4215-83a5-b415b40e56f1" providerId="ADAL" clId="{0CD0ECD0-572F-4956-9F55-FCE5953347F4}" dt="2021-07-19T05:29:23.805" v="61" actId="478"/>
          <ac:graphicFrameMkLst>
            <pc:docMk/>
            <pc:sldMk cId="3122746874" sldId="476"/>
            <ac:graphicFrameMk id="5" creationId="{4F49360B-270B-44B9-8DFB-5E4631A2C7BC}"/>
          </ac:graphicFrameMkLst>
        </pc:graphicFrameChg>
      </pc:sldChg>
      <pc:sldChg chg="del">
        <pc:chgData name="Rishabh Thapliyal" userId="368b16fe-05c0-4215-83a5-b415b40e56f1" providerId="ADAL" clId="{0CD0ECD0-572F-4956-9F55-FCE5953347F4}" dt="2021-07-19T07:03:05.654" v="608" actId="2696"/>
        <pc:sldMkLst>
          <pc:docMk/>
          <pc:sldMk cId="1523265810" sldId="477"/>
        </pc:sldMkLst>
      </pc:sldChg>
      <pc:sldChg chg="addSp delSp modSp mod">
        <pc:chgData name="Rishabh Thapliyal" userId="368b16fe-05c0-4215-83a5-b415b40e56f1" providerId="ADAL" clId="{0CD0ECD0-572F-4956-9F55-FCE5953347F4}" dt="2021-07-21T09:31:26.034" v="7880" actId="20577"/>
        <pc:sldMkLst>
          <pc:docMk/>
          <pc:sldMk cId="1220114266" sldId="478"/>
        </pc:sldMkLst>
        <pc:spChg chg="mod">
          <ac:chgData name="Rishabh Thapliyal" userId="368b16fe-05c0-4215-83a5-b415b40e56f1" providerId="ADAL" clId="{0CD0ECD0-572F-4956-9F55-FCE5953347F4}" dt="2021-07-19T06:52:10.885" v="437" actId="1076"/>
          <ac:spMkLst>
            <pc:docMk/>
            <pc:sldMk cId="1220114266" sldId="478"/>
            <ac:spMk id="2" creationId="{10ACBD6B-E692-417F-B120-D3F82335A9A3}"/>
          </ac:spMkLst>
        </pc:spChg>
        <pc:spChg chg="mod">
          <ac:chgData name="Rishabh Thapliyal" userId="368b16fe-05c0-4215-83a5-b415b40e56f1" providerId="ADAL" clId="{0CD0ECD0-572F-4956-9F55-FCE5953347F4}" dt="2021-07-21T08:31:03.465" v="7441" actId="14100"/>
          <ac:spMkLst>
            <pc:docMk/>
            <pc:sldMk cId="1220114266" sldId="478"/>
            <ac:spMk id="3" creationId="{8F7E24DD-3CEE-4C34-AD1F-19AFF95A908B}"/>
          </ac:spMkLst>
        </pc:spChg>
        <pc:spChg chg="add mod">
          <ac:chgData name="Rishabh Thapliyal" userId="368b16fe-05c0-4215-83a5-b415b40e56f1" providerId="ADAL" clId="{0CD0ECD0-572F-4956-9F55-FCE5953347F4}" dt="2021-07-19T12:05:13.070" v="4587" actId="27636"/>
          <ac:spMkLst>
            <pc:docMk/>
            <pc:sldMk cId="1220114266" sldId="478"/>
            <ac:spMk id="4" creationId="{E3E1C065-80E2-48E9-B8CD-D478E0EE87F4}"/>
          </ac:spMkLst>
        </pc:spChg>
        <pc:spChg chg="add mod">
          <ac:chgData name="Rishabh Thapliyal" userId="368b16fe-05c0-4215-83a5-b415b40e56f1" providerId="ADAL" clId="{0CD0ECD0-572F-4956-9F55-FCE5953347F4}" dt="2021-07-19T11:57:47.286" v="4530" actId="14100"/>
          <ac:spMkLst>
            <pc:docMk/>
            <pc:sldMk cId="1220114266" sldId="478"/>
            <ac:spMk id="5" creationId="{D4410167-F633-46F7-B860-E344FA7E87CA}"/>
          </ac:spMkLst>
        </pc:spChg>
        <pc:spChg chg="add mod">
          <ac:chgData name="Rishabh Thapliyal" userId="368b16fe-05c0-4215-83a5-b415b40e56f1" providerId="ADAL" clId="{0CD0ECD0-572F-4956-9F55-FCE5953347F4}" dt="2021-07-21T09:31:26.034" v="7880" actId="20577"/>
          <ac:spMkLst>
            <pc:docMk/>
            <pc:sldMk cId="1220114266" sldId="478"/>
            <ac:spMk id="6" creationId="{020F7BE0-7F20-489D-AFFE-79567D8690A0}"/>
          </ac:spMkLst>
        </pc:spChg>
        <pc:spChg chg="add mod">
          <ac:chgData name="Rishabh Thapliyal" userId="368b16fe-05c0-4215-83a5-b415b40e56f1" providerId="ADAL" clId="{0CD0ECD0-572F-4956-9F55-FCE5953347F4}" dt="2021-07-19T11:58:21.230" v="4533" actId="1076"/>
          <ac:spMkLst>
            <pc:docMk/>
            <pc:sldMk cId="1220114266" sldId="478"/>
            <ac:spMk id="12" creationId="{62C792F7-F22A-4889-BBA4-148C3A1FBF3F}"/>
          </ac:spMkLst>
        </pc:spChg>
        <pc:spChg chg="add del mod ord">
          <ac:chgData name="Rishabh Thapliyal" userId="368b16fe-05c0-4215-83a5-b415b40e56f1" providerId="ADAL" clId="{0CD0ECD0-572F-4956-9F55-FCE5953347F4}" dt="2021-07-19T12:04:11.344" v="4567" actId="478"/>
          <ac:spMkLst>
            <pc:docMk/>
            <pc:sldMk cId="1220114266" sldId="478"/>
            <ac:spMk id="13" creationId="{CB02459B-074F-4279-B7F3-FB98CDEFDA33}"/>
          </ac:spMkLst>
        </pc:spChg>
        <pc:spChg chg="add del">
          <ac:chgData name="Rishabh Thapliyal" userId="368b16fe-05c0-4215-83a5-b415b40e56f1" providerId="ADAL" clId="{0CD0ECD0-572F-4956-9F55-FCE5953347F4}" dt="2021-07-19T06:56:16.409" v="512" actId="22"/>
          <ac:spMkLst>
            <pc:docMk/>
            <pc:sldMk cId="1220114266" sldId="478"/>
            <ac:spMk id="14" creationId="{5CBA6D83-0C50-4EBD-9758-B574DD6699C9}"/>
          </ac:spMkLst>
        </pc:spChg>
        <pc:graphicFrameChg chg="add del mod modGraphic">
          <ac:chgData name="Rishabh Thapliyal" userId="368b16fe-05c0-4215-83a5-b415b40e56f1" providerId="ADAL" clId="{0CD0ECD0-572F-4956-9F55-FCE5953347F4}" dt="2021-07-19T07:01:47.402" v="603" actId="478"/>
          <ac:graphicFrameMkLst>
            <pc:docMk/>
            <pc:sldMk cId="1220114266" sldId="478"/>
            <ac:graphicFrameMk id="15" creationId="{301322DE-9677-476A-870F-5AEB1EE906C5}"/>
          </ac:graphicFrameMkLst>
        </pc:graphicFrameChg>
        <pc:graphicFrameChg chg="add del mod">
          <ac:chgData name="Rishabh Thapliyal" userId="368b16fe-05c0-4215-83a5-b415b40e56f1" providerId="ADAL" clId="{0CD0ECD0-572F-4956-9F55-FCE5953347F4}" dt="2021-07-19T07:01:20.784" v="599"/>
          <ac:graphicFrameMkLst>
            <pc:docMk/>
            <pc:sldMk cId="1220114266" sldId="478"/>
            <ac:graphicFrameMk id="16" creationId="{D7D5F837-94CC-40A7-B5C5-766FAB1D8309}"/>
          </ac:graphicFrameMkLst>
        </pc:graphicFrameChg>
        <pc:graphicFrameChg chg="add mod modGraphic">
          <ac:chgData name="Rishabh Thapliyal" userId="368b16fe-05c0-4215-83a5-b415b40e56f1" providerId="ADAL" clId="{0CD0ECD0-572F-4956-9F55-FCE5953347F4}" dt="2021-07-19T12:12:47.989" v="4599" actId="1582"/>
          <ac:graphicFrameMkLst>
            <pc:docMk/>
            <pc:sldMk cId="1220114266" sldId="478"/>
            <ac:graphicFrameMk id="18" creationId="{89618CB0-2F13-4384-A1C3-6F0720367720}"/>
          </ac:graphicFrameMkLst>
        </pc:graphicFrameChg>
        <pc:cxnChg chg="add mod">
          <ac:chgData name="Rishabh Thapliyal" userId="368b16fe-05c0-4215-83a5-b415b40e56f1" providerId="ADAL" clId="{0CD0ECD0-572F-4956-9F55-FCE5953347F4}" dt="2021-07-19T11:58:40.101" v="4535" actId="14100"/>
          <ac:cxnSpMkLst>
            <pc:docMk/>
            <pc:sldMk cId="1220114266" sldId="478"/>
            <ac:cxnSpMk id="8" creationId="{50159D32-D434-4563-B3A9-E5C1F90F7A0E}"/>
          </ac:cxnSpMkLst>
        </pc:cxnChg>
        <pc:cxnChg chg="add del">
          <ac:chgData name="Rishabh Thapliyal" userId="368b16fe-05c0-4215-83a5-b415b40e56f1" providerId="ADAL" clId="{0CD0ECD0-572F-4956-9F55-FCE5953347F4}" dt="2021-07-19T11:58:23.731" v="4534" actId="478"/>
          <ac:cxnSpMkLst>
            <pc:docMk/>
            <pc:sldMk cId="1220114266" sldId="478"/>
            <ac:cxnSpMk id="10" creationId="{636690FD-04DD-4E25-BB19-8209D5034E90}"/>
          </ac:cxnSpMkLst>
        </pc:cxnChg>
        <pc:cxnChg chg="add">
          <ac:chgData name="Rishabh Thapliyal" userId="368b16fe-05c0-4215-83a5-b415b40e56f1" providerId="ADAL" clId="{0CD0ECD0-572F-4956-9F55-FCE5953347F4}" dt="2021-07-19T11:59:00.934" v="4536" actId="11529"/>
          <ac:cxnSpMkLst>
            <pc:docMk/>
            <pc:sldMk cId="1220114266" sldId="478"/>
            <ac:cxnSpMk id="11" creationId="{4B0A341E-5893-4CA7-81AD-887A3DF6D1B1}"/>
          </ac:cxnSpMkLst>
        </pc:cxnChg>
        <pc:cxnChg chg="add mod">
          <ac:chgData name="Rishabh Thapliyal" userId="368b16fe-05c0-4215-83a5-b415b40e56f1" providerId="ADAL" clId="{0CD0ECD0-572F-4956-9F55-FCE5953347F4}" dt="2021-07-19T11:59:14.501" v="4538" actId="1076"/>
          <ac:cxnSpMkLst>
            <pc:docMk/>
            <pc:sldMk cId="1220114266" sldId="478"/>
            <ac:cxnSpMk id="14" creationId="{675873F5-E3DB-4406-A663-AD3144378977}"/>
          </ac:cxnSpMkLst>
        </pc:cxnChg>
        <pc:cxnChg chg="add del mod">
          <ac:chgData name="Rishabh Thapliyal" userId="368b16fe-05c0-4215-83a5-b415b40e56f1" providerId="ADAL" clId="{0CD0ECD0-572F-4956-9F55-FCE5953347F4}" dt="2021-07-19T12:05:35.178" v="4588" actId="478"/>
          <ac:cxnSpMkLst>
            <pc:docMk/>
            <pc:sldMk cId="1220114266" sldId="478"/>
            <ac:cxnSpMk id="16" creationId="{83E49C4A-A365-4C40-AD1E-506220B93929}"/>
          </ac:cxnSpMkLst>
        </pc:cxnChg>
        <pc:cxnChg chg="add del mod">
          <ac:chgData name="Rishabh Thapliyal" userId="368b16fe-05c0-4215-83a5-b415b40e56f1" providerId="ADAL" clId="{0CD0ECD0-572F-4956-9F55-FCE5953347F4}" dt="2021-07-19T12:05:38.780" v="4589" actId="478"/>
          <ac:cxnSpMkLst>
            <pc:docMk/>
            <pc:sldMk cId="1220114266" sldId="478"/>
            <ac:cxnSpMk id="17" creationId="{F9178CF1-BD52-4EC0-8F7B-19232AA84B38}"/>
          </ac:cxnSpMkLst>
        </pc:cxnChg>
      </pc:sldChg>
      <pc:sldChg chg="addSp delSp modSp del mod ord">
        <pc:chgData name="Rishabh Thapliyal" userId="368b16fe-05c0-4215-83a5-b415b40e56f1" providerId="ADAL" clId="{0CD0ECD0-572F-4956-9F55-FCE5953347F4}" dt="2021-07-21T11:46:26.771" v="8074" actId="2696"/>
        <pc:sldMkLst>
          <pc:docMk/>
          <pc:sldMk cId="2438383820" sldId="479"/>
        </pc:sldMkLst>
        <pc:spChg chg="mod">
          <ac:chgData name="Rishabh Thapliyal" userId="368b16fe-05c0-4215-83a5-b415b40e56f1" providerId="ADAL" clId="{0CD0ECD0-572F-4956-9F55-FCE5953347F4}" dt="2021-07-19T05:03:13.854" v="11"/>
          <ac:spMkLst>
            <pc:docMk/>
            <pc:sldMk cId="2438383820" sldId="479"/>
            <ac:spMk id="11" creationId="{E83809B6-B9D9-4402-91F6-133AB08EB9DA}"/>
          </ac:spMkLst>
        </pc:spChg>
        <pc:graphicFrameChg chg="add mod modGraphic">
          <ac:chgData name="Rishabh Thapliyal" userId="368b16fe-05c0-4215-83a5-b415b40e56f1" providerId="ADAL" clId="{0CD0ECD0-572F-4956-9F55-FCE5953347F4}" dt="2021-07-19T05:18:45.538" v="34" actId="1076"/>
          <ac:graphicFrameMkLst>
            <pc:docMk/>
            <pc:sldMk cId="2438383820" sldId="479"/>
            <ac:graphicFrameMk id="5" creationId="{3CBCD702-FD0C-4F22-96C8-06D9E845BF6C}"/>
          </ac:graphicFrameMkLst>
        </pc:graphicFrameChg>
        <pc:graphicFrameChg chg="add mod modGraphic">
          <ac:chgData name="Rishabh Thapliyal" userId="368b16fe-05c0-4215-83a5-b415b40e56f1" providerId="ADAL" clId="{0CD0ECD0-572F-4956-9F55-FCE5953347F4}" dt="2021-07-19T05:19:41.727" v="42" actId="1076"/>
          <ac:graphicFrameMkLst>
            <pc:docMk/>
            <pc:sldMk cId="2438383820" sldId="479"/>
            <ac:graphicFrameMk id="10" creationId="{61DBA536-2ED5-469E-9D46-C7F218C67459}"/>
          </ac:graphicFrameMkLst>
        </pc:graphicFrameChg>
        <pc:graphicFrameChg chg="add del mod modGraphic">
          <ac:chgData name="Rishabh Thapliyal" userId="368b16fe-05c0-4215-83a5-b415b40e56f1" providerId="ADAL" clId="{0CD0ECD0-572F-4956-9F55-FCE5953347F4}" dt="2021-07-19T05:06:14.492" v="15" actId="478"/>
          <ac:graphicFrameMkLst>
            <pc:docMk/>
            <pc:sldMk cId="2438383820" sldId="479"/>
            <ac:graphicFrameMk id="13" creationId="{B6EACF08-658A-474A-85FE-B6C46197944E}"/>
          </ac:graphicFrameMkLst>
        </pc:graphicFrameChg>
        <pc:graphicFrameChg chg="add del mod modGraphic">
          <ac:chgData name="Rishabh Thapliyal" userId="368b16fe-05c0-4215-83a5-b415b40e56f1" providerId="ADAL" clId="{0CD0ECD0-572F-4956-9F55-FCE5953347F4}" dt="2021-07-19T05:20:57.882" v="43" actId="478"/>
          <ac:graphicFrameMkLst>
            <pc:docMk/>
            <pc:sldMk cId="2438383820" sldId="479"/>
            <ac:graphicFrameMk id="13" creationId="{F4B8F5D1-1ECA-40AA-9F22-BFA1B94F119F}"/>
          </ac:graphicFrameMkLst>
        </pc:graphicFrameChg>
      </pc:sldChg>
      <pc:sldChg chg="del ord">
        <pc:chgData name="Rishabh Thapliyal" userId="368b16fe-05c0-4215-83a5-b415b40e56f1" providerId="ADAL" clId="{0CD0ECD0-572F-4956-9F55-FCE5953347F4}" dt="2021-07-21T11:46:26.771" v="8074" actId="2696"/>
        <pc:sldMkLst>
          <pc:docMk/>
          <pc:sldMk cId="3626926607" sldId="480"/>
        </pc:sldMkLst>
      </pc:sldChg>
      <pc:sldChg chg="addSp delSp modSp mod">
        <pc:chgData name="Rishabh Thapliyal" userId="368b16fe-05c0-4215-83a5-b415b40e56f1" providerId="ADAL" clId="{0CD0ECD0-572F-4956-9F55-FCE5953347F4}" dt="2021-07-21T09:37:27.215" v="7894" actId="20577"/>
        <pc:sldMkLst>
          <pc:docMk/>
          <pc:sldMk cId="4090190084" sldId="481"/>
        </pc:sldMkLst>
        <pc:spChg chg="mod">
          <ac:chgData name="Rishabh Thapliyal" userId="368b16fe-05c0-4215-83a5-b415b40e56f1" providerId="ADAL" clId="{0CD0ECD0-572F-4956-9F55-FCE5953347F4}" dt="2021-07-19T07:17:46.088" v="822" actId="27636"/>
          <ac:spMkLst>
            <pc:docMk/>
            <pc:sldMk cId="4090190084" sldId="481"/>
            <ac:spMk id="2" creationId="{EB75D04A-2731-4830-896D-776BAE506A1B}"/>
          </ac:spMkLst>
        </pc:spChg>
        <pc:spChg chg="mod">
          <ac:chgData name="Rishabh Thapliyal" userId="368b16fe-05c0-4215-83a5-b415b40e56f1" providerId="ADAL" clId="{0CD0ECD0-572F-4956-9F55-FCE5953347F4}" dt="2021-07-19T14:06:08.835" v="4958" actId="13822"/>
          <ac:spMkLst>
            <pc:docMk/>
            <pc:sldMk cId="4090190084" sldId="481"/>
            <ac:spMk id="3" creationId="{3C406AB6-2A98-49DE-B017-BD19EADE2481}"/>
          </ac:spMkLst>
        </pc:spChg>
        <pc:spChg chg="add mod">
          <ac:chgData name="Rishabh Thapliyal" userId="368b16fe-05c0-4215-83a5-b415b40e56f1" providerId="ADAL" clId="{0CD0ECD0-572F-4956-9F55-FCE5953347F4}" dt="2021-07-19T14:08:03.870" v="4974" actId="1076"/>
          <ac:spMkLst>
            <pc:docMk/>
            <pc:sldMk cId="4090190084" sldId="481"/>
            <ac:spMk id="4" creationId="{0271F585-64AE-4FE4-85C5-769319D5751E}"/>
          </ac:spMkLst>
        </pc:spChg>
        <pc:spChg chg="add mod">
          <ac:chgData name="Rishabh Thapliyal" userId="368b16fe-05c0-4215-83a5-b415b40e56f1" providerId="ADAL" clId="{0CD0ECD0-572F-4956-9F55-FCE5953347F4}" dt="2021-07-19T14:06:38.381" v="4961" actId="13822"/>
          <ac:spMkLst>
            <pc:docMk/>
            <pc:sldMk cId="4090190084" sldId="481"/>
            <ac:spMk id="5" creationId="{FFD29063-E563-4ADE-9125-DF3EE6D17F8F}"/>
          </ac:spMkLst>
        </pc:spChg>
        <pc:spChg chg="add mod">
          <ac:chgData name="Rishabh Thapliyal" userId="368b16fe-05c0-4215-83a5-b415b40e56f1" providerId="ADAL" clId="{0CD0ECD0-572F-4956-9F55-FCE5953347F4}" dt="2021-07-19T14:06:44.349" v="4962" actId="13822"/>
          <ac:spMkLst>
            <pc:docMk/>
            <pc:sldMk cId="4090190084" sldId="481"/>
            <ac:spMk id="6" creationId="{11370314-C981-4244-90BD-5A8162D75E65}"/>
          </ac:spMkLst>
        </pc:spChg>
        <pc:spChg chg="add mod">
          <ac:chgData name="Rishabh Thapliyal" userId="368b16fe-05c0-4215-83a5-b415b40e56f1" providerId="ADAL" clId="{0CD0ECD0-572F-4956-9F55-FCE5953347F4}" dt="2021-07-21T08:30:18.883" v="7440" actId="208"/>
          <ac:spMkLst>
            <pc:docMk/>
            <pc:sldMk cId="4090190084" sldId="481"/>
            <ac:spMk id="8" creationId="{4CEB832B-C58F-4FAA-B95A-8F1DA812FBEE}"/>
          </ac:spMkLst>
        </pc:spChg>
        <pc:spChg chg="add mod">
          <ac:chgData name="Rishabh Thapliyal" userId="368b16fe-05c0-4215-83a5-b415b40e56f1" providerId="ADAL" clId="{0CD0ECD0-572F-4956-9F55-FCE5953347F4}" dt="2021-07-21T09:37:27.215" v="7894" actId="20577"/>
          <ac:spMkLst>
            <pc:docMk/>
            <pc:sldMk cId="4090190084" sldId="481"/>
            <ac:spMk id="9" creationId="{34889FA9-3552-429C-82A5-A13314B79A61}"/>
          </ac:spMkLst>
        </pc:spChg>
        <pc:spChg chg="add mod">
          <ac:chgData name="Rishabh Thapliyal" userId="368b16fe-05c0-4215-83a5-b415b40e56f1" providerId="ADAL" clId="{0CD0ECD0-572F-4956-9F55-FCE5953347F4}" dt="2021-07-19T14:06:58.884" v="4963" actId="13822"/>
          <ac:spMkLst>
            <pc:docMk/>
            <pc:sldMk cId="4090190084" sldId="481"/>
            <ac:spMk id="10" creationId="{3E10CA31-280F-43EC-9434-A9EECEC323E3}"/>
          </ac:spMkLst>
        </pc:spChg>
        <pc:graphicFrameChg chg="add mod modGraphic">
          <ac:chgData name="Rishabh Thapliyal" userId="368b16fe-05c0-4215-83a5-b415b40e56f1" providerId="ADAL" clId="{0CD0ECD0-572F-4956-9F55-FCE5953347F4}" dt="2021-07-19T14:08:45.663" v="4978"/>
          <ac:graphicFrameMkLst>
            <pc:docMk/>
            <pc:sldMk cId="4090190084" sldId="481"/>
            <ac:graphicFrameMk id="11" creationId="{B91FC604-A956-4A58-A62C-C9C702AF3B90}"/>
          </ac:graphicFrameMkLst>
        </pc:graphicFrameChg>
        <pc:cxnChg chg="add del">
          <ac:chgData name="Rishabh Thapliyal" userId="368b16fe-05c0-4215-83a5-b415b40e56f1" providerId="ADAL" clId="{0CD0ECD0-572F-4956-9F55-FCE5953347F4}" dt="2021-07-19T14:02:55.873" v="4940" actId="478"/>
          <ac:cxnSpMkLst>
            <pc:docMk/>
            <pc:sldMk cId="4090190084" sldId="481"/>
            <ac:cxnSpMk id="12" creationId="{12EC38C6-742C-425C-ACA9-2685852A385C}"/>
          </ac:cxnSpMkLst>
        </pc:cxnChg>
        <pc:cxnChg chg="add mod">
          <ac:chgData name="Rishabh Thapliyal" userId="368b16fe-05c0-4215-83a5-b415b40e56f1" providerId="ADAL" clId="{0CD0ECD0-572F-4956-9F55-FCE5953347F4}" dt="2021-07-19T14:09:28.944" v="4980" actId="17032"/>
          <ac:cxnSpMkLst>
            <pc:docMk/>
            <pc:sldMk cId="4090190084" sldId="481"/>
            <ac:cxnSpMk id="13" creationId="{05556A60-EDE7-42CA-8AAE-3F6EBB64170F}"/>
          </ac:cxnSpMkLst>
        </pc:cxnChg>
        <pc:cxnChg chg="add mod">
          <ac:chgData name="Rishabh Thapliyal" userId="368b16fe-05c0-4215-83a5-b415b40e56f1" providerId="ADAL" clId="{0CD0ECD0-572F-4956-9F55-FCE5953347F4}" dt="2021-07-19T14:09:28.944" v="4980" actId="17032"/>
          <ac:cxnSpMkLst>
            <pc:docMk/>
            <pc:sldMk cId="4090190084" sldId="481"/>
            <ac:cxnSpMk id="15" creationId="{7F23B972-DCDE-44EF-9746-1EBFBDCA247C}"/>
          </ac:cxnSpMkLst>
        </pc:cxnChg>
        <pc:cxnChg chg="add mod">
          <ac:chgData name="Rishabh Thapliyal" userId="368b16fe-05c0-4215-83a5-b415b40e56f1" providerId="ADAL" clId="{0CD0ECD0-572F-4956-9F55-FCE5953347F4}" dt="2021-07-19T14:09:28.944" v="4980" actId="17032"/>
          <ac:cxnSpMkLst>
            <pc:docMk/>
            <pc:sldMk cId="4090190084" sldId="481"/>
            <ac:cxnSpMk id="19" creationId="{A4638AE3-431B-4F86-B505-9B1D5A24829D}"/>
          </ac:cxnSpMkLst>
        </pc:cxnChg>
        <pc:cxnChg chg="add mod">
          <ac:chgData name="Rishabh Thapliyal" userId="368b16fe-05c0-4215-83a5-b415b40e56f1" providerId="ADAL" clId="{0CD0ECD0-572F-4956-9F55-FCE5953347F4}" dt="2021-07-19T14:09:28.944" v="4980" actId="17032"/>
          <ac:cxnSpMkLst>
            <pc:docMk/>
            <pc:sldMk cId="4090190084" sldId="481"/>
            <ac:cxnSpMk id="20" creationId="{9FECFAC0-E220-4522-BE30-1604D7BBC4A1}"/>
          </ac:cxnSpMkLst>
        </pc:cxnChg>
      </pc:sldChg>
      <pc:sldChg chg="del ord">
        <pc:chgData name="Rishabh Thapliyal" userId="368b16fe-05c0-4215-83a5-b415b40e56f1" providerId="ADAL" clId="{0CD0ECD0-572F-4956-9F55-FCE5953347F4}" dt="2021-07-21T11:46:26.771" v="8074" actId="2696"/>
        <pc:sldMkLst>
          <pc:docMk/>
          <pc:sldMk cId="1216558087" sldId="482"/>
        </pc:sldMkLst>
      </pc:sldChg>
      <pc:sldChg chg="modSp del mod ord">
        <pc:chgData name="Rishabh Thapliyal" userId="368b16fe-05c0-4215-83a5-b415b40e56f1" providerId="ADAL" clId="{0CD0ECD0-572F-4956-9F55-FCE5953347F4}" dt="2021-07-21T11:46:26.771" v="8074" actId="2696"/>
        <pc:sldMkLst>
          <pc:docMk/>
          <pc:sldMk cId="3445654882" sldId="483"/>
        </pc:sldMkLst>
        <pc:graphicFrameChg chg="mod">
          <ac:chgData name="Rishabh Thapliyal" userId="368b16fe-05c0-4215-83a5-b415b40e56f1" providerId="ADAL" clId="{0CD0ECD0-572F-4956-9F55-FCE5953347F4}" dt="2021-07-19T07:38:29.493" v="1193" actId="1076"/>
          <ac:graphicFrameMkLst>
            <pc:docMk/>
            <pc:sldMk cId="3445654882" sldId="483"/>
            <ac:graphicFrameMk id="10" creationId="{BF2E8E7F-6E46-40B9-8810-CF61B6AF659C}"/>
          </ac:graphicFrameMkLst>
        </pc:graphicFrameChg>
      </pc:sldChg>
      <pc:sldChg chg="del mod ord modShow">
        <pc:chgData name="Rishabh Thapliyal" userId="368b16fe-05c0-4215-83a5-b415b40e56f1" providerId="ADAL" clId="{0CD0ECD0-572F-4956-9F55-FCE5953347F4}" dt="2021-07-21T11:46:26.771" v="8074" actId="2696"/>
        <pc:sldMkLst>
          <pc:docMk/>
          <pc:sldMk cId="3028353194" sldId="484"/>
        </pc:sldMkLst>
      </pc:sldChg>
      <pc:sldChg chg="addSp delSp modSp mod ord">
        <pc:chgData name="Rishabh Thapliyal" userId="368b16fe-05c0-4215-83a5-b415b40e56f1" providerId="ADAL" clId="{0CD0ECD0-572F-4956-9F55-FCE5953347F4}" dt="2021-07-21T09:18:02.987" v="7722" actId="20577"/>
        <pc:sldMkLst>
          <pc:docMk/>
          <pc:sldMk cId="397810291" sldId="485"/>
        </pc:sldMkLst>
        <pc:spChg chg="add mod">
          <ac:chgData name="Rishabh Thapliyal" userId="368b16fe-05c0-4215-83a5-b415b40e56f1" providerId="ADAL" clId="{0CD0ECD0-572F-4956-9F55-FCE5953347F4}" dt="2021-07-19T14:32:32.850" v="5337" actId="207"/>
          <ac:spMkLst>
            <pc:docMk/>
            <pc:sldMk cId="397810291" sldId="485"/>
            <ac:spMk id="8" creationId="{0AFB9C47-F6AB-4D5C-BCEA-DF7B9B470227}"/>
          </ac:spMkLst>
        </pc:spChg>
        <pc:spChg chg="add mod">
          <ac:chgData name="Rishabh Thapliyal" userId="368b16fe-05c0-4215-83a5-b415b40e56f1" providerId="ADAL" clId="{0CD0ECD0-572F-4956-9F55-FCE5953347F4}" dt="2021-07-20T18:38:01.628" v="7238" actId="20577"/>
          <ac:spMkLst>
            <pc:docMk/>
            <pc:sldMk cId="397810291" sldId="485"/>
            <ac:spMk id="9" creationId="{B3488AF6-A250-4244-A09E-265A27C87F36}"/>
          </ac:spMkLst>
        </pc:spChg>
        <pc:spChg chg="mod">
          <ac:chgData name="Rishabh Thapliyal" userId="368b16fe-05c0-4215-83a5-b415b40e56f1" providerId="ADAL" clId="{0CD0ECD0-572F-4956-9F55-FCE5953347F4}" dt="2021-07-21T09:18:02.987" v="7722" actId="20577"/>
          <ac:spMkLst>
            <pc:docMk/>
            <pc:sldMk cId="397810291" sldId="485"/>
            <ac:spMk id="10" creationId="{A960B182-9E75-40B7-8F60-992E2CC2A1D6}"/>
          </ac:spMkLst>
        </pc:spChg>
        <pc:spChg chg="mod">
          <ac:chgData name="Rishabh Thapliyal" userId="368b16fe-05c0-4215-83a5-b415b40e56f1" providerId="ADAL" clId="{0CD0ECD0-572F-4956-9F55-FCE5953347F4}" dt="2021-07-21T09:17:56.656" v="7721" actId="20577"/>
          <ac:spMkLst>
            <pc:docMk/>
            <pc:sldMk cId="397810291" sldId="485"/>
            <ac:spMk id="11" creationId="{9AA06E35-D3E0-42B0-BBA5-9EFC5A71BD27}"/>
          </ac:spMkLst>
        </pc:spChg>
        <pc:spChg chg="mod">
          <ac:chgData name="Rishabh Thapliyal" userId="368b16fe-05c0-4215-83a5-b415b40e56f1" providerId="ADAL" clId="{0CD0ECD0-572F-4956-9F55-FCE5953347F4}" dt="2021-07-19T09:30:19.303" v="3074" actId="1076"/>
          <ac:spMkLst>
            <pc:docMk/>
            <pc:sldMk cId="397810291" sldId="485"/>
            <ac:spMk id="12" creationId="{60462991-2551-48FA-8CBF-602F68B8E71E}"/>
          </ac:spMkLst>
        </pc:spChg>
        <pc:spChg chg="add del mod">
          <ac:chgData name="Rishabh Thapliyal" userId="368b16fe-05c0-4215-83a5-b415b40e56f1" providerId="ADAL" clId="{0CD0ECD0-572F-4956-9F55-FCE5953347F4}" dt="2021-07-19T14:33:08.750" v="5341" actId="13822"/>
          <ac:spMkLst>
            <pc:docMk/>
            <pc:sldMk cId="397810291" sldId="485"/>
            <ac:spMk id="13" creationId="{DD9B459C-4DF6-4B4E-B9EE-E78A95F9770E}"/>
          </ac:spMkLst>
        </pc:spChg>
        <pc:spChg chg="mod">
          <ac:chgData name="Rishabh Thapliyal" userId="368b16fe-05c0-4215-83a5-b415b40e56f1" providerId="ADAL" clId="{0CD0ECD0-572F-4956-9F55-FCE5953347F4}" dt="2021-07-21T08:40:48.804" v="7462" actId="20577"/>
          <ac:spMkLst>
            <pc:docMk/>
            <pc:sldMk cId="397810291" sldId="485"/>
            <ac:spMk id="14" creationId="{0C21A1E8-C9BC-4416-96FD-B7C9904BB8ED}"/>
          </ac:spMkLst>
        </pc:spChg>
        <pc:spChg chg="add del">
          <ac:chgData name="Rishabh Thapliyal" userId="368b16fe-05c0-4215-83a5-b415b40e56f1" providerId="ADAL" clId="{0CD0ECD0-572F-4956-9F55-FCE5953347F4}" dt="2021-07-19T12:45:41.478" v="4788" actId="22"/>
          <ac:spMkLst>
            <pc:docMk/>
            <pc:sldMk cId="397810291" sldId="485"/>
            <ac:spMk id="15" creationId="{15FD2EDF-1C11-4873-A52A-7EE38D2EA3FD}"/>
          </ac:spMkLst>
        </pc:spChg>
        <pc:graphicFrameChg chg="mod modGraphic">
          <ac:chgData name="Rishabh Thapliyal" userId="368b16fe-05c0-4215-83a5-b415b40e56f1" providerId="ADAL" clId="{0CD0ECD0-572F-4956-9F55-FCE5953347F4}" dt="2021-07-21T09:16:18.261" v="7542" actId="207"/>
          <ac:graphicFrameMkLst>
            <pc:docMk/>
            <pc:sldMk cId="397810291" sldId="485"/>
            <ac:graphicFrameMk id="4" creationId="{B96B9C71-9E9A-4A8D-B0CB-B9FEE1AF092D}"/>
          </ac:graphicFrameMkLst>
        </pc:graphicFrameChg>
      </pc:sldChg>
      <pc:sldChg chg="modSp mod">
        <pc:chgData name="Rishabh Thapliyal" userId="368b16fe-05c0-4215-83a5-b415b40e56f1" providerId="ADAL" clId="{0CD0ECD0-572F-4956-9F55-FCE5953347F4}" dt="2021-07-19T14:25:04.604" v="5104" actId="13822"/>
        <pc:sldMkLst>
          <pc:docMk/>
          <pc:sldMk cId="2099530183" sldId="486"/>
        </pc:sldMkLst>
        <pc:spChg chg="mod">
          <ac:chgData name="Rishabh Thapliyal" userId="368b16fe-05c0-4215-83a5-b415b40e56f1" providerId="ADAL" clId="{0CD0ECD0-572F-4956-9F55-FCE5953347F4}" dt="2021-07-19T14:25:04.604" v="5104" actId="13822"/>
          <ac:spMkLst>
            <pc:docMk/>
            <pc:sldMk cId="2099530183" sldId="486"/>
            <ac:spMk id="5" creationId="{A3A8FE2F-F1A9-4DBC-917D-0053B5FBD801}"/>
          </ac:spMkLst>
        </pc:spChg>
      </pc:sldChg>
      <pc:sldChg chg="modSp mod ord">
        <pc:chgData name="Rishabh Thapliyal" userId="368b16fe-05c0-4215-83a5-b415b40e56f1" providerId="ADAL" clId="{0CD0ECD0-572F-4956-9F55-FCE5953347F4}" dt="2021-07-21T09:54:20.255" v="8004" actId="113"/>
        <pc:sldMkLst>
          <pc:docMk/>
          <pc:sldMk cId="1019027818" sldId="487"/>
        </pc:sldMkLst>
        <pc:spChg chg="mod">
          <ac:chgData name="Rishabh Thapliyal" userId="368b16fe-05c0-4215-83a5-b415b40e56f1" providerId="ADAL" clId="{0CD0ECD0-572F-4956-9F55-FCE5953347F4}" dt="2021-07-19T14:29:22.570" v="5310" actId="1076"/>
          <ac:spMkLst>
            <pc:docMk/>
            <pc:sldMk cId="1019027818" sldId="487"/>
            <ac:spMk id="3" creationId="{0D9ECB9E-FA09-4222-A94D-B4C517A495F6}"/>
          </ac:spMkLst>
        </pc:spChg>
        <pc:spChg chg="mod">
          <ac:chgData name="Rishabh Thapliyal" userId="368b16fe-05c0-4215-83a5-b415b40e56f1" providerId="ADAL" clId="{0CD0ECD0-572F-4956-9F55-FCE5953347F4}" dt="2021-07-21T09:54:20.255" v="8004" actId="113"/>
          <ac:spMkLst>
            <pc:docMk/>
            <pc:sldMk cId="1019027818" sldId="487"/>
            <ac:spMk id="6" creationId="{0B7E96D5-46E0-4CB5-9688-F130CEE6388E}"/>
          </ac:spMkLst>
        </pc:spChg>
        <pc:spChg chg="mod">
          <ac:chgData name="Rishabh Thapliyal" userId="368b16fe-05c0-4215-83a5-b415b40e56f1" providerId="ADAL" clId="{0CD0ECD0-572F-4956-9F55-FCE5953347F4}" dt="2021-07-19T14:27:25.976" v="5138" actId="1076"/>
          <ac:spMkLst>
            <pc:docMk/>
            <pc:sldMk cId="1019027818" sldId="487"/>
            <ac:spMk id="7" creationId="{DFCED9C1-A24E-4735-ADCC-D27D69FAF842}"/>
          </ac:spMkLst>
        </pc:spChg>
      </pc:sldChg>
      <pc:sldChg chg="del">
        <pc:chgData name="Rishabh Thapliyal" userId="368b16fe-05c0-4215-83a5-b415b40e56f1" providerId="ADAL" clId="{0CD0ECD0-572F-4956-9F55-FCE5953347F4}" dt="2021-07-21T11:46:26.771" v="8074" actId="2696"/>
        <pc:sldMkLst>
          <pc:docMk/>
          <pc:sldMk cId="842563828" sldId="488"/>
        </pc:sldMkLst>
      </pc:sldChg>
      <pc:sldChg chg="modSp mod ord">
        <pc:chgData name="Rishabh Thapliyal" userId="368b16fe-05c0-4215-83a5-b415b40e56f1" providerId="ADAL" clId="{0CD0ECD0-572F-4956-9F55-FCE5953347F4}" dt="2021-07-21T07:24:29.627" v="7267" actId="20577"/>
        <pc:sldMkLst>
          <pc:docMk/>
          <pc:sldMk cId="375316341" sldId="489"/>
        </pc:sldMkLst>
        <pc:spChg chg="mod">
          <ac:chgData name="Rishabh Thapliyal" userId="368b16fe-05c0-4215-83a5-b415b40e56f1" providerId="ADAL" clId="{0CD0ECD0-572F-4956-9F55-FCE5953347F4}" dt="2021-07-21T07:24:29.627" v="7267" actId="20577"/>
          <ac:spMkLst>
            <pc:docMk/>
            <pc:sldMk cId="375316341" sldId="489"/>
            <ac:spMk id="36" creationId="{9D2BEF63-D322-4BBF-A9CF-2240647981D5}"/>
          </ac:spMkLst>
        </pc:spChg>
        <pc:spChg chg="mod">
          <ac:chgData name="Rishabh Thapliyal" userId="368b16fe-05c0-4215-83a5-b415b40e56f1" providerId="ADAL" clId="{0CD0ECD0-572F-4956-9F55-FCE5953347F4}" dt="2021-07-21T07:23:23.469" v="7266" actId="2"/>
          <ac:spMkLst>
            <pc:docMk/>
            <pc:sldMk cId="375316341" sldId="489"/>
            <ac:spMk id="120" creationId="{33673EFF-841E-4A74-804F-67B5B937A03F}"/>
          </ac:spMkLst>
        </pc:spChg>
        <pc:cxnChg chg="mod">
          <ac:chgData name="Rishabh Thapliyal" userId="368b16fe-05c0-4215-83a5-b415b40e56f1" providerId="ADAL" clId="{0CD0ECD0-572F-4956-9F55-FCE5953347F4}" dt="2021-07-19T19:28:22.371" v="7057" actId="14861"/>
          <ac:cxnSpMkLst>
            <pc:docMk/>
            <pc:sldMk cId="375316341" sldId="489"/>
            <ac:cxnSpMk id="117" creationId="{60CB5A04-EDC2-42E4-86DE-12D61D449808}"/>
          </ac:cxnSpMkLst>
        </pc:cxnChg>
      </pc:sldChg>
      <pc:sldChg chg="del">
        <pc:chgData name="Rishabh Thapliyal" userId="368b16fe-05c0-4215-83a5-b415b40e56f1" providerId="ADAL" clId="{0CD0ECD0-572F-4956-9F55-FCE5953347F4}" dt="2021-07-21T11:46:26.771" v="8074" actId="2696"/>
        <pc:sldMkLst>
          <pc:docMk/>
          <pc:sldMk cId="3945116686" sldId="490"/>
        </pc:sldMkLst>
      </pc:sldChg>
      <pc:sldChg chg="addSp modSp del mod ord">
        <pc:chgData name="Rishabh Thapliyal" userId="368b16fe-05c0-4215-83a5-b415b40e56f1" providerId="ADAL" clId="{0CD0ECD0-572F-4956-9F55-FCE5953347F4}" dt="2021-07-21T11:46:26.771" v="8074" actId="2696"/>
        <pc:sldMkLst>
          <pc:docMk/>
          <pc:sldMk cId="420123419" sldId="491"/>
        </pc:sldMkLst>
        <pc:spChg chg="add mod">
          <ac:chgData name="Rishabh Thapliyal" userId="368b16fe-05c0-4215-83a5-b415b40e56f1" providerId="ADAL" clId="{0CD0ECD0-572F-4956-9F55-FCE5953347F4}" dt="2021-07-19T05:37:11.146" v="180" actId="20577"/>
          <ac:spMkLst>
            <pc:docMk/>
            <pc:sldMk cId="420123419" sldId="491"/>
            <ac:spMk id="3" creationId="{B0EF8345-B180-4557-B4B2-A7FF267C5B62}"/>
          </ac:spMkLst>
        </pc:spChg>
        <pc:spChg chg="mod">
          <ac:chgData name="Rishabh Thapliyal" userId="368b16fe-05c0-4215-83a5-b415b40e56f1" providerId="ADAL" clId="{0CD0ECD0-572F-4956-9F55-FCE5953347F4}" dt="2021-07-19T05:37:22.358" v="181" actId="1076"/>
          <ac:spMkLst>
            <pc:docMk/>
            <pc:sldMk cId="420123419" sldId="491"/>
            <ac:spMk id="6" creationId="{AF5D1080-99FB-43DB-96DB-BCB40D3732EC}"/>
          </ac:spMkLst>
        </pc:spChg>
      </pc:sldChg>
      <pc:sldChg chg="addSp modSp mod ord">
        <pc:chgData name="Rishabh Thapliyal" userId="368b16fe-05c0-4215-83a5-b415b40e56f1" providerId="ADAL" clId="{0CD0ECD0-572F-4956-9F55-FCE5953347F4}" dt="2021-07-19T14:24:24.494" v="5102" actId="242"/>
        <pc:sldMkLst>
          <pc:docMk/>
          <pc:sldMk cId="132896387" sldId="497"/>
        </pc:sldMkLst>
        <pc:spChg chg="mod">
          <ac:chgData name="Rishabh Thapliyal" userId="368b16fe-05c0-4215-83a5-b415b40e56f1" providerId="ADAL" clId="{0CD0ECD0-572F-4956-9F55-FCE5953347F4}" dt="2021-07-19T08:45:11.285" v="2167" actId="20577"/>
          <ac:spMkLst>
            <pc:docMk/>
            <pc:sldMk cId="132896387" sldId="497"/>
            <ac:spMk id="2" creationId="{D7C13E85-2CA6-4779-A7CC-35D3EC2F2D61}"/>
          </ac:spMkLst>
        </pc:spChg>
        <pc:spChg chg="add mod">
          <ac:chgData name="Rishabh Thapliyal" userId="368b16fe-05c0-4215-83a5-b415b40e56f1" providerId="ADAL" clId="{0CD0ECD0-572F-4956-9F55-FCE5953347F4}" dt="2021-07-19T14:24:06.595" v="5099" actId="14100"/>
          <ac:spMkLst>
            <pc:docMk/>
            <pc:sldMk cId="132896387" sldId="497"/>
            <ac:spMk id="5" creationId="{90389706-0AE1-43C5-9743-0832C57A5CEF}"/>
          </ac:spMkLst>
        </pc:spChg>
        <pc:spChg chg="add mod">
          <ac:chgData name="Rishabh Thapliyal" userId="368b16fe-05c0-4215-83a5-b415b40e56f1" providerId="ADAL" clId="{0CD0ECD0-572F-4956-9F55-FCE5953347F4}" dt="2021-07-19T14:24:14.525" v="5100" actId="13822"/>
          <ac:spMkLst>
            <pc:docMk/>
            <pc:sldMk cId="132896387" sldId="497"/>
            <ac:spMk id="6" creationId="{C7F11A3E-D44E-4DE5-969E-00F3E59A9321}"/>
          </ac:spMkLst>
        </pc:spChg>
        <pc:spChg chg="add mod">
          <ac:chgData name="Rishabh Thapliyal" userId="368b16fe-05c0-4215-83a5-b415b40e56f1" providerId="ADAL" clId="{0CD0ECD0-572F-4956-9F55-FCE5953347F4}" dt="2021-07-19T14:24:03.638" v="5098" actId="27636"/>
          <ac:spMkLst>
            <pc:docMk/>
            <pc:sldMk cId="132896387" sldId="497"/>
            <ac:spMk id="7" creationId="{D4391622-54BD-4C62-AF1D-49C54AE8D51F}"/>
          </ac:spMkLst>
        </pc:spChg>
        <pc:spChg chg="add mod">
          <ac:chgData name="Rishabh Thapliyal" userId="368b16fe-05c0-4215-83a5-b415b40e56f1" providerId="ADAL" clId="{0CD0ECD0-572F-4956-9F55-FCE5953347F4}" dt="2021-07-19T14:24:24.494" v="5102" actId="242"/>
          <ac:spMkLst>
            <pc:docMk/>
            <pc:sldMk cId="132896387" sldId="497"/>
            <ac:spMk id="8" creationId="{8ADEECF5-6C9D-4919-ACC1-1649849BFC3E}"/>
          </ac:spMkLst>
        </pc:spChg>
        <pc:graphicFrameChg chg="mod">
          <ac:chgData name="Rishabh Thapliyal" userId="368b16fe-05c0-4215-83a5-b415b40e56f1" providerId="ADAL" clId="{0CD0ECD0-572F-4956-9F55-FCE5953347F4}" dt="2021-07-19T08:44:57.629" v="2151" actId="14100"/>
          <ac:graphicFrameMkLst>
            <pc:docMk/>
            <pc:sldMk cId="132896387" sldId="497"/>
            <ac:graphicFrameMk id="4" creationId="{C86A0575-8A35-4C60-A596-ED06D65CEDE3}"/>
          </ac:graphicFrameMkLst>
        </pc:graphicFrameChg>
      </pc:sldChg>
      <pc:sldChg chg="del ord">
        <pc:chgData name="Rishabh Thapliyal" userId="368b16fe-05c0-4215-83a5-b415b40e56f1" providerId="ADAL" clId="{0CD0ECD0-572F-4956-9F55-FCE5953347F4}" dt="2021-07-21T11:46:26.771" v="8074" actId="2696"/>
        <pc:sldMkLst>
          <pc:docMk/>
          <pc:sldMk cId="1204392060" sldId="498"/>
        </pc:sldMkLst>
      </pc:sldChg>
      <pc:sldChg chg="modSp del mod ord">
        <pc:chgData name="Rishabh Thapliyal" userId="368b16fe-05c0-4215-83a5-b415b40e56f1" providerId="ADAL" clId="{0CD0ECD0-572F-4956-9F55-FCE5953347F4}" dt="2021-07-21T11:46:26.771" v="8074" actId="2696"/>
        <pc:sldMkLst>
          <pc:docMk/>
          <pc:sldMk cId="1081173701" sldId="501"/>
        </pc:sldMkLst>
        <pc:spChg chg="mod">
          <ac:chgData name="Rishabh Thapliyal" userId="368b16fe-05c0-4215-83a5-b415b40e56f1" providerId="ADAL" clId="{0CD0ECD0-572F-4956-9F55-FCE5953347F4}" dt="2021-07-19T05:34:16.946" v="91" actId="20577"/>
          <ac:spMkLst>
            <pc:docMk/>
            <pc:sldMk cId="1081173701" sldId="501"/>
            <ac:spMk id="3" creationId="{84A3CDA3-A2D0-489F-9449-CDF6D87EFA4C}"/>
          </ac:spMkLst>
        </pc:spChg>
      </pc:sldChg>
      <pc:sldChg chg="del">
        <pc:chgData name="Rishabh Thapliyal" userId="368b16fe-05c0-4215-83a5-b415b40e56f1" providerId="ADAL" clId="{0CD0ECD0-572F-4956-9F55-FCE5953347F4}" dt="2021-07-21T11:46:26.771" v="8074" actId="2696"/>
        <pc:sldMkLst>
          <pc:docMk/>
          <pc:sldMk cId="1678277125" sldId="502"/>
        </pc:sldMkLst>
      </pc:sldChg>
      <pc:sldChg chg="del">
        <pc:chgData name="Rishabh Thapliyal" userId="368b16fe-05c0-4215-83a5-b415b40e56f1" providerId="ADAL" clId="{0CD0ECD0-572F-4956-9F55-FCE5953347F4}" dt="2021-07-21T11:46:26.771" v="8074" actId="2696"/>
        <pc:sldMkLst>
          <pc:docMk/>
          <pc:sldMk cId="977300349" sldId="503"/>
        </pc:sldMkLst>
      </pc:sldChg>
      <pc:sldChg chg="del">
        <pc:chgData name="Rishabh Thapliyal" userId="368b16fe-05c0-4215-83a5-b415b40e56f1" providerId="ADAL" clId="{0CD0ECD0-572F-4956-9F55-FCE5953347F4}" dt="2021-07-21T11:46:26.771" v="8074" actId="2696"/>
        <pc:sldMkLst>
          <pc:docMk/>
          <pc:sldMk cId="2617337144" sldId="504"/>
        </pc:sldMkLst>
      </pc:sldChg>
      <pc:sldChg chg="modSp del mod ord">
        <pc:chgData name="Rishabh Thapliyal" userId="368b16fe-05c0-4215-83a5-b415b40e56f1" providerId="ADAL" clId="{0CD0ECD0-572F-4956-9F55-FCE5953347F4}" dt="2021-07-21T11:46:26.771" v="8074" actId="2696"/>
        <pc:sldMkLst>
          <pc:docMk/>
          <pc:sldMk cId="3904960876" sldId="506"/>
        </pc:sldMkLst>
        <pc:graphicFrameChg chg="modGraphic">
          <ac:chgData name="Rishabh Thapliyal" userId="368b16fe-05c0-4215-83a5-b415b40e56f1" providerId="ADAL" clId="{0CD0ECD0-572F-4956-9F55-FCE5953347F4}" dt="2021-07-19T05:33:51.403" v="77" actId="27107"/>
          <ac:graphicFrameMkLst>
            <pc:docMk/>
            <pc:sldMk cId="3904960876" sldId="506"/>
            <ac:graphicFrameMk id="4" creationId="{803907D8-032F-41FC-A134-1457CB4D95AD}"/>
          </ac:graphicFrameMkLst>
        </pc:graphicFrameChg>
      </pc:sldChg>
      <pc:sldChg chg="del">
        <pc:chgData name="Rishabh Thapliyal" userId="368b16fe-05c0-4215-83a5-b415b40e56f1" providerId="ADAL" clId="{0CD0ECD0-572F-4956-9F55-FCE5953347F4}" dt="2021-07-19T05:12:21.158" v="25" actId="47"/>
        <pc:sldMkLst>
          <pc:docMk/>
          <pc:sldMk cId="4272863176" sldId="507"/>
        </pc:sldMkLst>
      </pc:sldChg>
      <pc:sldChg chg="del">
        <pc:chgData name="Rishabh Thapliyal" userId="368b16fe-05c0-4215-83a5-b415b40e56f1" providerId="ADAL" clId="{0CD0ECD0-572F-4956-9F55-FCE5953347F4}" dt="2021-07-21T11:46:26.771" v="8074" actId="2696"/>
        <pc:sldMkLst>
          <pc:docMk/>
          <pc:sldMk cId="1051215416" sldId="508"/>
        </pc:sldMkLst>
      </pc:sldChg>
      <pc:sldChg chg="modSp mod ord">
        <pc:chgData name="Rishabh Thapliyal" userId="368b16fe-05c0-4215-83a5-b415b40e56f1" providerId="ADAL" clId="{0CD0ECD0-572F-4956-9F55-FCE5953347F4}" dt="2021-07-19T15:08:36.222" v="5950" actId="1076"/>
        <pc:sldMkLst>
          <pc:docMk/>
          <pc:sldMk cId="2480312891" sldId="510"/>
        </pc:sldMkLst>
        <pc:spChg chg="mod">
          <ac:chgData name="Rishabh Thapliyal" userId="368b16fe-05c0-4215-83a5-b415b40e56f1" providerId="ADAL" clId="{0CD0ECD0-572F-4956-9F55-FCE5953347F4}" dt="2021-07-19T15:08:36.222" v="5950" actId="1076"/>
          <ac:spMkLst>
            <pc:docMk/>
            <pc:sldMk cId="2480312891" sldId="510"/>
            <ac:spMk id="3" creationId="{F37F94B6-7E69-40EF-954F-1342515D660C}"/>
          </ac:spMkLst>
        </pc:spChg>
      </pc:sldChg>
      <pc:sldChg chg="addSp modSp mod ord addCm delCm modCm">
        <pc:chgData name="Rishabh Thapliyal" userId="368b16fe-05c0-4215-83a5-b415b40e56f1" providerId="ADAL" clId="{0CD0ECD0-572F-4956-9F55-FCE5953347F4}" dt="2021-07-21T07:55:09.027" v="7298" actId="404"/>
        <pc:sldMkLst>
          <pc:docMk/>
          <pc:sldMk cId="3461116903" sldId="511"/>
        </pc:sldMkLst>
        <pc:spChg chg="mod">
          <ac:chgData name="Rishabh Thapliyal" userId="368b16fe-05c0-4215-83a5-b415b40e56f1" providerId="ADAL" clId="{0CD0ECD0-572F-4956-9F55-FCE5953347F4}" dt="2021-07-19T15:12:06.050" v="5958" actId="1076"/>
          <ac:spMkLst>
            <pc:docMk/>
            <pc:sldMk cId="3461116903" sldId="511"/>
            <ac:spMk id="2" creationId="{A42DCFDA-CB57-4E14-9BCB-204117CD8462}"/>
          </ac:spMkLst>
        </pc:spChg>
        <pc:spChg chg="mod">
          <ac:chgData name="Rishabh Thapliyal" userId="368b16fe-05c0-4215-83a5-b415b40e56f1" providerId="ADAL" clId="{0CD0ECD0-572F-4956-9F55-FCE5953347F4}" dt="2021-07-19T15:16:38.687" v="6185" actId="13822"/>
          <ac:spMkLst>
            <pc:docMk/>
            <pc:sldMk cId="3461116903" sldId="511"/>
            <ac:spMk id="6" creationId="{F66584D6-24C0-465A-8410-AD302388F18A}"/>
          </ac:spMkLst>
        </pc:spChg>
        <pc:spChg chg="mod">
          <ac:chgData name="Rishabh Thapliyal" userId="368b16fe-05c0-4215-83a5-b415b40e56f1" providerId="ADAL" clId="{0CD0ECD0-572F-4956-9F55-FCE5953347F4}" dt="2021-07-21T07:54:36.964" v="7273" actId="1076"/>
          <ac:spMkLst>
            <pc:docMk/>
            <pc:sldMk cId="3461116903" sldId="511"/>
            <ac:spMk id="7" creationId="{5B5C619A-D6B0-4713-80F7-1B38EE10BF20}"/>
          </ac:spMkLst>
        </pc:spChg>
        <pc:spChg chg="add mod">
          <ac:chgData name="Rishabh Thapliyal" userId="368b16fe-05c0-4215-83a5-b415b40e56f1" providerId="ADAL" clId="{0CD0ECD0-572F-4956-9F55-FCE5953347F4}" dt="2021-07-21T07:55:09.027" v="7298" actId="404"/>
          <ac:spMkLst>
            <pc:docMk/>
            <pc:sldMk cId="3461116903" sldId="511"/>
            <ac:spMk id="9" creationId="{7BA3927F-83A5-4747-ADB4-914A2EB49A14}"/>
          </ac:spMkLst>
        </pc:spChg>
        <pc:spChg chg="mod">
          <ac:chgData name="Rishabh Thapliyal" userId="368b16fe-05c0-4215-83a5-b415b40e56f1" providerId="ADAL" clId="{0CD0ECD0-572F-4956-9F55-FCE5953347F4}" dt="2021-07-19T15:12:35.355" v="5962" actId="1076"/>
          <ac:spMkLst>
            <pc:docMk/>
            <pc:sldMk cId="3461116903" sldId="511"/>
            <ac:spMk id="11" creationId="{8C0240E9-CBB7-4076-A5DB-6594704A5514}"/>
          </ac:spMkLst>
        </pc:spChg>
        <pc:graphicFrameChg chg="mod modGraphic">
          <ac:chgData name="Rishabh Thapliyal" userId="368b16fe-05c0-4215-83a5-b415b40e56f1" providerId="ADAL" clId="{0CD0ECD0-572F-4956-9F55-FCE5953347F4}" dt="2021-07-21T07:54:18.411" v="7270" actId="1076"/>
          <ac:graphicFrameMkLst>
            <pc:docMk/>
            <pc:sldMk cId="3461116903" sldId="511"/>
            <ac:graphicFrameMk id="4" creationId="{2207C61F-E429-40C1-93DD-A7E0058287D0}"/>
          </ac:graphicFrameMkLst>
        </pc:graphicFrameChg>
        <pc:graphicFrameChg chg="mod modGraphic">
          <ac:chgData name="Rishabh Thapliyal" userId="368b16fe-05c0-4215-83a5-b415b40e56f1" providerId="ADAL" clId="{0CD0ECD0-572F-4956-9F55-FCE5953347F4}" dt="2021-07-19T15:12:51.221" v="5964"/>
          <ac:graphicFrameMkLst>
            <pc:docMk/>
            <pc:sldMk cId="3461116903" sldId="511"/>
            <ac:graphicFrameMk id="8" creationId="{DF464DFE-EE2B-47D5-BB0E-BA9F0D621BC4}"/>
          </ac:graphicFrameMkLst>
        </pc:graphicFrameChg>
      </pc:sldChg>
      <pc:sldChg chg="del">
        <pc:chgData name="Rishabh Thapliyal" userId="368b16fe-05c0-4215-83a5-b415b40e56f1" providerId="ADAL" clId="{0CD0ECD0-572F-4956-9F55-FCE5953347F4}" dt="2021-07-21T11:46:26.771" v="8074" actId="2696"/>
        <pc:sldMkLst>
          <pc:docMk/>
          <pc:sldMk cId="1669079053" sldId="512"/>
        </pc:sldMkLst>
      </pc:sldChg>
      <pc:sldChg chg="del">
        <pc:chgData name="Rishabh Thapliyal" userId="368b16fe-05c0-4215-83a5-b415b40e56f1" providerId="ADAL" clId="{0CD0ECD0-572F-4956-9F55-FCE5953347F4}" dt="2021-07-19T03:29:20.551" v="8" actId="47"/>
        <pc:sldMkLst>
          <pc:docMk/>
          <pc:sldMk cId="2247105947" sldId="513"/>
        </pc:sldMkLst>
      </pc:sldChg>
      <pc:sldChg chg="modSp del mod ord addCm delCm">
        <pc:chgData name="Rishabh Thapliyal" userId="368b16fe-05c0-4215-83a5-b415b40e56f1" providerId="ADAL" clId="{0CD0ECD0-572F-4956-9F55-FCE5953347F4}" dt="2021-07-19T10:39:13.548" v="4328" actId="47"/>
        <pc:sldMkLst>
          <pc:docMk/>
          <pc:sldMk cId="4063647149" sldId="514"/>
        </pc:sldMkLst>
        <pc:spChg chg="mod">
          <ac:chgData name="Rishabh Thapliyal" userId="368b16fe-05c0-4215-83a5-b415b40e56f1" providerId="ADAL" clId="{0CD0ECD0-572F-4956-9F55-FCE5953347F4}" dt="2021-07-19T05:35:00.334" v="93" actId="27107"/>
          <ac:spMkLst>
            <pc:docMk/>
            <pc:sldMk cId="4063647149" sldId="514"/>
            <ac:spMk id="2" creationId="{21BD7A0C-F3EB-4E7A-9B16-80F8D3C84FDA}"/>
          </ac:spMkLst>
        </pc:spChg>
      </pc:sldChg>
      <pc:sldChg chg="addSp delSp modSp mod ord">
        <pc:chgData name="Rishabh Thapliyal" userId="368b16fe-05c0-4215-83a5-b415b40e56f1" providerId="ADAL" clId="{0CD0ECD0-572F-4956-9F55-FCE5953347F4}" dt="2021-07-20T18:37:01.273" v="7188" actId="20577"/>
        <pc:sldMkLst>
          <pc:docMk/>
          <pc:sldMk cId="3569684046" sldId="515"/>
        </pc:sldMkLst>
        <pc:spChg chg="mod">
          <ac:chgData name="Rishabh Thapliyal" userId="368b16fe-05c0-4215-83a5-b415b40e56f1" providerId="ADAL" clId="{0CD0ECD0-572F-4956-9F55-FCE5953347F4}" dt="2021-07-19T14:45:37.083" v="5464" actId="13822"/>
          <ac:spMkLst>
            <pc:docMk/>
            <pc:sldMk cId="3569684046" sldId="515"/>
            <ac:spMk id="2" creationId="{3106DA8B-EBD1-4B02-85A5-B31D7928D272}"/>
          </ac:spMkLst>
        </pc:spChg>
        <pc:spChg chg="add mod">
          <ac:chgData name="Rishabh Thapliyal" userId="368b16fe-05c0-4215-83a5-b415b40e56f1" providerId="ADAL" clId="{0CD0ECD0-572F-4956-9F55-FCE5953347F4}" dt="2021-07-20T18:35:16.655" v="7141" actId="122"/>
          <ac:spMkLst>
            <pc:docMk/>
            <pc:sldMk cId="3569684046" sldId="515"/>
            <ac:spMk id="3" creationId="{53567B54-6343-4F5A-8DC3-B2E3E870D9C0}"/>
          </ac:spMkLst>
        </pc:spChg>
        <pc:spChg chg="del">
          <ac:chgData name="Rishabh Thapliyal" userId="368b16fe-05c0-4215-83a5-b415b40e56f1" providerId="ADAL" clId="{0CD0ECD0-572F-4956-9F55-FCE5953347F4}" dt="2021-07-19T14:41:32.128" v="5442" actId="478"/>
          <ac:spMkLst>
            <pc:docMk/>
            <pc:sldMk cId="3569684046" sldId="515"/>
            <ac:spMk id="4" creationId="{B1F5DEAB-6BCB-4510-A52B-F1D9C6561494}"/>
          </ac:spMkLst>
        </pc:spChg>
        <pc:spChg chg="mod">
          <ac:chgData name="Rishabh Thapliyal" userId="368b16fe-05c0-4215-83a5-b415b40e56f1" providerId="ADAL" clId="{0CD0ECD0-572F-4956-9F55-FCE5953347F4}" dt="2021-07-20T18:36:44.932" v="7166" actId="20577"/>
          <ac:spMkLst>
            <pc:docMk/>
            <pc:sldMk cId="3569684046" sldId="515"/>
            <ac:spMk id="5" creationId="{298F1723-62C7-4244-B038-ABF43611CBD3}"/>
          </ac:spMkLst>
        </pc:spChg>
        <pc:spChg chg="add del mod">
          <ac:chgData name="Rishabh Thapliyal" userId="368b16fe-05c0-4215-83a5-b415b40e56f1" providerId="ADAL" clId="{0CD0ECD0-572F-4956-9F55-FCE5953347F4}" dt="2021-07-20T18:36:00.873" v="7147" actId="20577"/>
          <ac:spMkLst>
            <pc:docMk/>
            <pc:sldMk cId="3569684046" sldId="515"/>
            <ac:spMk id="6" creationId="{4CF1CD77-B32B-4528-BB7D-06AFF7A608BB}"/>
          </ac:spMkLst>
        </pc:spChg>
        <pc:spChg chg="del">
          <ac:chgData name="Rishabh Thapliyal" userId="368b16fe-05c0-4215-83a5-b415b40e56f1" providerId="ADAL" clId="{0CD0ECD0-572F-4956-9F55-FCE5953347F4}" dt="2021-07-19T14:35:20.122" v="5410" actId="478"/>
          <ac:spMkLst>
            <pc:docMk/>
            <pc:sldMk cId="3569684046" sldId="515"/>
            <ac:spMk id="6" creationId="{B2478EE5-F87C-4666-B3B0-FD10E5AF59FF}"/>
          </ac:spMkLst>
        </pc:spChg>
        <pc:spChg chg="del mod">
          <ac:chgData name="Rishabh Thapliyal" userId="368b16fe-05c0-4215-83a5-b415b40e56f1" providerId="ADAL" clId="{0CD0ECD0-572F-4956-9F55-FCE5953347F4}" dt="2021-07-19T14:35:01.109" v="5407" actId="21"/>
          <ac:spMkLst>
            <pc:docMk/>
            <pc:sldMk cId="3569684046" sldId="515"/>
            <ac:spMk id="7" creationId="{9A479DF3-ADD0-4B8D-B752-2F0E0A07B374}"/>
          </ac:spMkLst>
        </pc:spChg>
        <pc:spChg chg="add del mod">
          <ac:chgData name="Rishabh Thapliyal" userId="368b16fe-05c0-4215-83a5-b415b40e56f1" providerId="ADAL" clId="{0CD0ECD0-572F-4956-9F55-FCE5953347F4}" dt="2021-07-19T14:41:29.259" v="5441" actId="478"/>
          <ac:spMkLst>
            <pc:docMk/>
            <pc:sldMk cId="3569684046" sldId="515"/>
            <ac:spMk id="9" creationId="{7AD0B8E2-85E9-4DF1-8CA4-A2E75B60E495}"/>
          </ac:spMkLst>
        </pc:spChg>
        <pc:spChg chg="add del mod">
          <ac:chgData name="Rishabh Thapliyal" userId="368b16fe-05c0-4215-83a5-b415b40e56f1" providerId="ADAL" clId="{0CD0ECD0-572F-4956-9F55-FCE5953347F4}" dt="2021-07-19T14:41:26.114" v="5440" actId="478"/>
          <ac:spMkLst>
            <pc:docMk/>
            <pc:sldMk cId="3569684046" sldId="515"/>
            <ac:spMk id="12" creationId="{8E0FCD2D-42C2-4D18-AAB0-4333B35B0339}"/>
          </ac:spMkLst>
        </pc:spChg>
        <pc:spChg chg="add del mod">
          <ac:chgData name="Rishabh Thapliyal" userId="368b16fe-05c0-4215-83a5-b415b40e56f1" providerId="ADAL" clId="{0CD0ECD0-572F-4956-9F55-FCE5953347F4}" dt="2021-07-19T14:41:35.352" v="5443" actId="478"/>
          <ac:spMkLst>
            <pc:docMk/>
            <pc:sldMk cId="3569684046" sldId="515"/>
            <ac:spMk id="14" creationId="{D8D1A190-723A-417F-81EA-FE85E9E28508}"/>
          </ac:spMkLst>
        </pc:spChg>
        <pc:graphicFrameChg chg="mod modGraphic">
          <ac:chgData name="Rishabh Thapliyal" userId="368b16fe-05c0-4215-83a5-b415b40e56f1" providerId="ADAL" clId="{0CD0ECD0-572F-4956-9F55-FCE5953347F4}" dt="2021-07-20T18:37:01.273" v="7188" actId="20577"/>
          <ac:graphicFrameMkLst>
            <pc:docMk/>
            <pc:sldMk cId="3569684046" sldId="515"/>
            <ac:graphicFrameMk id="8" creationId="{324834FF-0B48-4AC2-8A8C-9B199D7E7840}"/>
          </ac:graphicFrameMkLst>
        </pc:graphicFrameChg>
        <pc:graphicFrameChg chg="del">
          <ac:chgData name="Rishabh Thapliyal" userId="368b16fe-05c0-4215-83a5-b415b40e56f1" providerId="ADAL" clId="{0CD0ECD0-572F-4956-9F55-FCE5953347F4}" dt="2021-07-19T14:35:27.588" v="5411" actId="21"/>
          <ac:graphicFrameMkLst>
            <pc:docMk/>
            <pc:sldMk cId="3569684046" sldId="515"/>
            <ac:graphicFrameMk id="10" creationId="{1CEC5BE1-6390-43AE-B43D-2FC9D01E14E4}"/>
          </ac:graphicFrameMkLst>
        </pc:graphicFrameChg>
      </pc:sldChg>
      <pc:sldChg chg="del mod ord modShow">
        <pc:chgData name="Rishabh Thapliyal" userId="368b16fe-05c0-4215-83a5-b415b40e56f1" providerId="ADAL" clId="{0CD0ECD0-572F-4956-9F55-FCE5953347F4}" dt="2021-07-21T11:46:26.771" v="8074" actId="2696"/>
        <pc:sldMkLst>
          <pc:docMk/>
          <pc:sldMk cId="2705713869" sldId="516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1604985086" sldId="517"/>
        </pc:sldMkLst>
      </pc:sldChg>
      <pc:sldChg chg="modSp new del mod ord">
        <pc:chgData name="Rishabh Thapliyal" userId="368b16fe-05c0-4215-83a5-b415b40e56f1" providerId="ADAL" clId="{0CD0ECD0-572F-4956-9F55-FCE5953347F4}" dt="2021-07-21T11:46:26.771" v="8074" actId="2696"/>
        <pc:sldMkLst>
          <pc:docMk/>
          <pc:sldMk cId="1965968545" sldId="517"/>
        </pc:sldMkLst>
        <pc:spChg chg="mod">
          <ac:chgData name="Rishabh Thapliyal" userId="368b16fe-05c0-4215-83a5-b415b40e56f1" providerId="ADAL" clId="{0CD0ECD0-572F-4956-9F55-FCE5953347F4}" dt="2021-07-19T05:25:57.090" v="60" actId="20577"/>
          <ac:spMkLst>
            <pc:docMk/>
            <pc:sldMk cId="1965968545" sldId="517"/>
            <ac:spMk id="2" creationId="{8F5BBC6F-73F3-4693-982F-147C81096729}"/>
          </ac:spMkLst>
        </pc:spChg>
      </pc:sldChg>
      <pc:sldChg chg="new del ord">
        <pc:chgData name="Rishabh Thapliyal" userId="368b16fe-05c0-4215-83a5-b415b40e56f1" providerId="ADAL" clId="{0CD0ECD0-572F-4956-9F55-FCE5953347F4}" dt="2021-07-19T10:39:11.433" v="4327" actId="47"/>
        <pc:sldMkLst>
          <pc:docMk/>
          <pc:sldMk cId="3328665872" sldId="518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4066109110" sldId="518"/>
        </pc:sldMkLst>
      </pc:sldChg>
      <pc:sldChg chg="del">
        <pc:chgData name="Rishabh Thapliyal" userId="368b16fe-05c0-4215-83a5-b415b40e56f1" providerId="ADAL" clId="{0CD0ECD0-572F-4956-9F55-FCE5953347F4}" dt="2021-07-19T03:29:05.309" v="6" actId="18676"/>
        <pc:sldMkLst>
          <pc:docMk/>
          <pc:sldMk cId="2099329864" sldId="519"/>
        </pc:sldMkLst>
      </pc:sldChg>
      <pc:sldChg chg="addSp delSp modSp new mod">
        <pc:chgData name="Rishabh Thapliyal" userId="368b16fe-05c0-4215-83a5-b415b40e56f1" providerId="ADAL" clId="{0CD0ECD0-572F-4956-9F55-FCE5953347F4}" dt="2021-07-19T07:01:33.385" v="601" actId="478"/>
        <pc:sldMkLst>
          <pc:docMk/>
          <pc:sldMk cId="3816811328" sldId="519"/>
        </pc:sldMkLst>
        <pc:spChg chg="mod">
          <ac:chgData name="Rishabh Thapliyal" userId="368b16fe-05c0-4215-83a5-b415b40e56f1" providerId="ADAL" clId="{0CD0ECD0-572F-4956-9F55-FCE5953347F4}" dt="2021-07-19T07:00:59.649" v="597" actId="404"/>
          <ac:spMkLst>
            <pc:docMk/>
            <pc:sldMk cId="3816811328" sldId="519"/>
            <ac:spMk id="2" creationId="{D48EAEA6-403C-4CBA-8F29-70C507009E0B}"/>
          </ac:spMkLst>
        </pc:spChg>
        <pc:spChg chg="del">
          <ac:chgData name="Rishabh Thapliyal" userId="368b16fe-05c0-4215-83a5-b415b40e56f1" providerId="ADAL" clId="{0CD0ECD0-572F-4956-9F55-FCE5953347F4}" dt="2021-07-19T07:01:33.385" v="601" actId="478"/>
          <ac:spMkLst>
            <pc:docMk/>
            <pc:sldMk cId="3816811328" sldId="519"/>
            <ac:spMk id="3" creationId="{1FDBB665-CFEA-4993-8FA3-0002A9F3C2E0}"/>
          </ac:spMkLst>
        </pc:spChg>
        <pc:graphicFrameChg chg="add mod">
          <ac:chgData name="Rishabh Thapliyal" userId="368b16fe-05c0-4215-83a5-b415b40e56f1" providerId="ADAL" clId="{0CD0ECD0-572F-4956-9F55-FCE5953347F4}" dt="2021-07-19T07:01:25.047" v="600"/>
          <ac:graphicFrameMkLst>
            <pc:docMk/>
            <pc:sldMk cId="3816811328" sldId="519"/>
            <ac:graphicFrameMk id="4" creationId="{3440658A-57FD-4A9C-AA66-FD8537582D8C}"/>
          </ac:graphicFrameMkLst>
        </pc:graphicFrameChg>
      </pc:sldChg>
      <pc:sldChg chg="addSp delSp modSp new mod">
        <pc:chgData name="Rishabh Thapliyal" userId="368b16fe-05c0-4215-83a5-b415b40e56f1" providerId="ADAL" clId="{0CD0ECD0-572F-4956-9F55-FCE5953347F4}" dt="2021-07-21T10:03:09.394" v="8060" actId="207"/>
        <pc:sldMkLst>
          <pc:docMk/>
          <pc:sldMk cId="3024282184" sldId="520"/>
        </pc:sldMkLst>
        <pc:spChg chg="mod">
          <ac:chgData name="Rishabh Thapliyal" userId="368b16fe-05c0-4215-83a5-b415b40e56f1" providerId="ADAL" clId="{0CD0ECD0-572F-4956-9F55-FCE5953347F4}" dt="2021-07-19T07:08:04.496" v="758" actId="1076"/>
          <ac:spMkLst>
            <pc:docMk/>
            <pc:sldMk cId="3024282184" sldId="520"/>
            <ac:spMk id="2" creationId="{B20FBF82-67CE-4E28-A6C8-B99677CCC256}"/>
          </ac:spMkLst>
        </pc:spChg>
        <pc:spChg chg="mod">
          <ac:chgData name="Rishabh Thapliyal" userId="368b16fe-05c0-4215-83a5-b415b40e56f1" providerId="ADAL" clId="{0CD0ECD0-572F-4956-9F55-FCE5953347F4}" dt="2021-07-19T12:25:23.588" v="4669" actId="13822"/>
          <ac:spMkLst>
            <pc:docMk/>
            <pc:sldMk cId="3024282184" sldId="520"/>
            <ac:spMk id="3" creationId="{903588C0-C609-4BFC-BE16-27B54EAA34AB}"/>
          </ac:spMkLst>
        </pc:spChg>
        <pc:spChg chg="add mod">
          <ac:chgData name="Rishabh Thapliyal" userId="368b16fe-05c0-4215-83a5-b415b40e56f1" providerId="ADAL" clId="{0CD0ECD0-572F-4956-9F55-FCE5953347F4}" dt="2021-07-21T09:35:17.679" v="7881" actId="207"/>
          <ac:spMkLst>
            <pc:docMk/>
            <pc:sldMk cId="3024282184" sldId="520"/>
            <ac:spMk id="4" creationId="{D43266B7-CF3A-4080-BA35-60EAC27E843F}"/>
          </ac:spMkLst>
        </pc:spChg>
        <pc:spChg chg="add mod">
          <ac:chgData name="Rishabh Thapliyal" userId="368b16fe-05c0-4215-83a5-b415b40e56f1" providerId="ADAL" clId="{0CD0ECD0-572F-4956-9F55-FCE5953347F4}" dt="2021-07-21T09:35:24.251" v="7882" actId="207"/>
          <ac:spMkLst>
            <pc:docMk/>
            <pc:sldMk cId="3024282184" sldId="520"/>
            <ac:spMk id="5" creationId="{49AFF898-3220-4C0C-88AB-BBB866B8929E}"/>
          </ac:spMkLst>
        </pc:spChg>
        <pc:spChg chg="add mod">
          <ac:chgData name="Rishabh Thapliyal" userId="368b16fe-05c0-4215-83a5-b415b40e56f1" providerId="ADAL" clId="{0CD0ECD0-572F-4956-9F55-FCE5953347F4}" dt="2021-07-21T10:03:09.394" v="8060" actId="207"/>
          <ac:spMkLst>
            <pc:docMk/>
            <pc:sldMk cId="3024282184" sldId="520"/>
            <ac:spMk id="6" creationId="{C8F03151-932C-45E8-9783-785058C704E6}"/>
          </ac:spMkLst>
        </pc:spChg>
        <pc:spChg chg="add mod">
          <ac:chgData name="Rishabh Thapliyal" userId="368b16fe-05c0-4215-83a5-b415b40e56f1" providerId="ADAL" clId="{0CD0ECD0-572F-4956-9F55-FCE5953347F4}" dt="2021-07-21T09:35:29.810" v="7883" actId="207"/>
          <ac:spMkLst>
            <pc:docMk/>
            <pc:sldMk cId="3024282184" sldId="520"/>
            <ac:spMk id="7" creationId="{C93495AD-63F0-41F2-B46E-EA7E572DC11A}"/>
          </ac:spMkLst>
        </pc:spChg>
        <pc:spChg chg="add mod">
          <ac:chgData name="Rishabh Thapliyal" userId="368b16fe-05c0-4215-83a5-b415b40e56f1" providerId="ADAL" clId="{0CD0ECD0-572F-4956-9F55-FCE5953347F4}" dt="2021-07-21T09:35:36.763" v="7884" actId="207"/>
          <ac:spMkLst>
            <pc:docMk/>
            <pc:sldMk cId="3024282184" sldId="520"/>
            <ac:spMk id="8" creationId="{91683448-CE1F-44BF-8E35-2FA26C6F353F}"/>
          </ac:spMkLst>
        </pc:spChg>
        <pc:spChg chg="add del">
          <ac:chgData name="Rishabh Thapliyal" userId="368b16fe-05c0-4215-83a5-b415b40e56f1" providerId="ADAL" clId="{0CD0ECD0-572F-4956-9F55-FCE5953347F4}" dt="2021-07-19T07:11:14.721" v="779" actId="11529"/>
          <ac:spMkLst>
            <pc:docMk/>
            <pc:sldMk cId="3024282184" sldId="520"/>
            <ac:spMk id="9" creationId="{4F6A5007-6883-46E4-848B-30840C522A1F}"/>
          </ac:spMkLst>
        </pc:spChg>
        <pc:spChg chg="add mod">
          <ac:chgData name="Rishabh Thapliyal" userId="368b16fe-05c0-4215-83a5-b415b40e56f1" providerId="ADAL" clId="{0CD0ECD0-572F-4956-9F55-FCE5953347F4}" dt="2021-07-21T08:12:54.095" v="7390" actId="120"/>
          <ac:spMkLst>
            <pc:docMk/>
            <pc:sldMk cId="3024282184" sldId="520"/>
            <ac:spMk id="9" creationId="{980A56A4-D7CD-4D61-9F95-09CE2B0E263D}"/>
          </ac:spMkLst>
        </pc:spChg>
        <pc:spChg chg="add del mod">
          <ac:chgData name="Rishabh Thapliyal" userId="368b16fe-05c0-4215-83a5-b415b40e56f1" providerId="ADAL" clId="{0CD0ECD0-572F-4956-9F55-FCE5953347F4}" dt="2021-07-19T12:14:22.104" v="4604" actId="478"/>
          <ac:spMkLst>
            <pc:docMk/>
            <pc:sldMk cId="3024282184" sldId="520"/>
            <ac:spMk id="9" creationId="{B877A5CB-D95E-49CB-8B84-66854B92E3D6}"/>
          </ac:spMkLst>
        </pc:spChg>
        <pc:spChg chg="add del mod">
          <ac:chgData name="Rishabh Thapliyal" userId="368b16fe-05c0-4215-83a5-b415b40e56f1" providerId="ADAL" clId="{0CD0ECD0-572F-4956-9F55-FCE5953347F4}" dt="2021-07-19T07:13:55.998" v="795" actId="478"/>
          <ac:spMkLst>
            <pc:docMk/>
            <pc:sldMk cId="3024282184" sldId="520"/>
            <ac:spMk id="10" creationId="{76E7839B-EEBE-4FBC-9B1E-58FC5340024F}"/>
          </ac:spMkLst>
        </pc:spChg>
        <pc:spChg chg="add del mod">
          <ac:chgData name="Rishabh Thapliyal" userId="368b16fe-05c0-4215-83a5-b415b40e56f1" providerId="ADAL" clId="{0CD0ECD0-572F-4956-9F55-FCE5953347F4}" dt="2021-07-19T07:12:45.479" v="785" actId="478"/>
          <ac:spMkLst>
            <pc:docMk/>
            <pc:sldMk cId="3024282184" sldId="520"/>
            <ac:spMk id="11" creationId="{A75EA783-D130-4577-840E-C545018F276D}"/>
          </ac:spMkLst>
        </pc:spChg>
        <pc:graphicFrameChg chg="add mod modGraphic">
          <ac:chgData name="Rishabh Thapliyal" userId="368b16fe-05c0-4215-83a5-b415b40e56f1" providerId="ADAL" clId="{0CD0ECD0-572F-4956-9F55-FCE5953347F4}" dt="2021-07-19T14:05:44.499" v="4953" actId="1076"/>
          <ac:graphicFrameMkLst>
            <pc:docMk/>
            <pc:sldMk cId="3024282184" sldId="520"/>
            <ac:graphicFrameMk id="11" creationId="{1494C6E3-A20C-4FF8-8EBF-06659E2BD3AE}"/>
          </ac:graphicFrameMkLst>
        </pc:graphicFrameChg>
        <pc:graphicFrameChg chg="add mod modGraphic">
          <ac:chgData name="Rishabh Thapliyal" userId="368b16fe-05c0-4215-83a5-b415b40e56f1" providerId="ADAL" clId="{0CD0ECD0-572F-4956-9F55-FCE5953347F4}" dt="2021-07-21T08:13:00.001" v="7391" actId="1076"/>
          <ac:graphicFrameMkLst>
            <pc:docMk/>
            <pc:sldMk cId="3024282184" sldId="520"/>
            <ac:graphicFrameMk id="12" creationId="{6A047A7B-D371-46BD-B84C-857DBBB04A88}"/>
          </ac:graphicFrameMkLst>
        </pc:graphicFrameChg>
        <pc:graphicFrameChg chg="add mod modGraphic">
          <ac:chgData name="Rishabh Thapliyal" userId="368b16fe-05c0-4215-83a5-b415b40e56f1" providerId="ADAL" clId="{0CD0ECD0-572F-4956-9F55-FCE5953347F4}" dt="2021-07-19T14:05:51.313" v="4955" actId="1076"/>
          <ac:graphicFrameMkLst>
            <pc:docMk/>
            <pc:sldMk cId="3024282184" sldId="520"/>
            <ac:graphicFrameMk id="13" creationId="{82AF1ACE-AC86-4192-8074-EF2FF1F12E73}"/>
          </ac:graphicFrameMkLst>
        </pc:graphicFrameChg>
        <pc:graphicFrameChg chg="add mod modGraphic">
          <ac:chgData name="Rishabh Thapliyal" userId="368b16fe-05c0-4215-83a5-b415b40e56f1" providerId="ADAL" clId="{0CD0ECD0-572F-4956-9F55-FCE5953347F4}" dt="2021-07-19T14:05:53.181" v="4956" actId="1076"/>
          <ac:graphicFrameMkLst>
            <pc:docMk/>
            <pc:sldMk cId="3024282184" sldId="520"/>
            <ac:graphicFrameMk id="15" creationId="{DBF2C358-AE73-4529-A08B-021628525B75}"/>
          </ac:graphicFrameMkLst>
        </pc:graphicFrameChg>
        <pc:graphicFrameChg chg="add mod modGraphic">
          <ac:chgData name="Rishabh Thapliyal" userId="368b16fe-05c0-4215-83a5-b415b40e56f1" providerId="ADAL" clId="{0CD0ECD0-572F-4956-9F55-FCE5953347F4}" dt="2021-07-19T14:05:55.603" v="4957" actId="1076"/>
          <ac:graphicFrameMkLst>
            <pc:docMk/>
            <pc:sldMk cId="3024282184" sldId="520"/>
            <ac:graphicFrameMk id="18" creationId="{204826AF-17B9-45E9-B4FB-13BC392F2614}"/>
          </ac:graphicFrameMkLst>
        </pc:graphicFrameChg>
        <pc:graphicFrameChg chg="add mod ord modGraphic">
          <ac:chgData name="Rishabh Thapliyal" userId="368b16fe-05c0-4215-83a5-b415b40e56f1" providerId="ADAL" clId="{0CD0ECD0-572F-4956-9F55-FCE5953347F4}" dt="2021-07-19T12:24:06.760" v="4663" actId="1076"/>
          <ac:graphicFrameMkLst>
            <pc:docMk/>
            <pc:sldMk cId="3024282184" sldId="520"/>
            <ac:graphicFrameMk id="36" creationId="{42DFEC54-60C5-4BEB-8849-A714425703BA}"/>
          </ac:graphicFrameMkLst>
        </pc:graphicFrameChg>
        <pc:graphicFrameChg chg="add mod modGraphic">
          <ac:chgData name="Rishabh Thapliyal" userId="368b16fe-05c0-4215-83a5-b415b40e56f1" providerId="ADAL" clId="{0CD0ECD0-572F-4956-9F55-FCE5953347F4}" dt="2021-07-19T14:05:47.665" v="4954" actId="1076"/>
          <ac:graphicFrameMkLst>
            <pc:docMk/>
            <pc:sldMk cId="3024282184" sldId="520"/>
            <ac:graphicFrameMk id="38" creationId="{8379AD6D-D120-47D8-8D84-EF34DB8DAACE}"/>
          </ac:graphicFrameMkLst>
        </pc:graphicFrameChg>
        <pc:cxnChg chg="add del mod">
          <ac:chgData name="Rishabh Thapliyal" userId="368b16fe-05c0-4215-83a5-b415b40e56f1" providerId="ADAL" clId="{0CD0ECD0-572F-4956-9F55-FCE5953347F4}" dt="2021-07-19T07:13:14.242" v="789" actId="478"/>
          <ac:cxnSpMkLst>
            <pc:docMk/>
            <pc:sldMk cId="3024282184" sldId="520"/>
            <ac:cxnSpMk id="13" creationId="{3D2CFB28-806C-464E-B41C-3B0D08132D49}"/>
          </ac:cxnSpMkLst>
        </pc:cxnChg>
        <pc:cxnChg chg="add mod">
          <ac:chgData name="Rishabh Thapliyal" userId="368b16fe-05c0-4215-83a5-b415b40e56f1" providerId="ADAL" clId="{0CD0ECD0-572F-4956-9F55-FCE5953347F4}" dt="2021-07-19T14:05:08.328" v="4952" actId="1582"/>
          <ac:cxnSpMkLst>
            <pc:docMk/>
            <pc:sldMk cId="3024282184" sldId="520"/>
            <ac:cxnSpMk id="17" creationId="{A9E40954-2DFC-4F9E-B4FF-714B37EA7B57}"/>
          </ac:cxnSpMkLst>
        </pc:cxnChg>
        <pc:cxnChg chg="add mod">
          <ac:chgData name="Rishabh Thapliyal" userId="368b16fe-05c0-4215-83a5-b415b40e56f1" providerId="ADAL" clId="{0CD0ECD0-572F-4956-9F55-FCE5953347F4}" dt="2021-07-19T14:05:08.328" v="4952" actId="1582"/>
          <ac:cxnSpMkLst>
            <pc:docMk/>
            <pc:sldMk cId="3024282184" sldId="520"/>
            <ac:cxnSpMk id="22" creationId="{990E60D9-B69F-470A-A83A-BA558B6E7FEA}"/>
          </ac:cxnSpMkLst>
        </pc:cxnChg>
        <pc:cxnChg chg="add mod">
          <ac:chgData name="Rishabh Thapliyal" userId="368b16fe-05c0-4215-83a5-b415b40e56f1" providerId="ADAL" clId="{0CD0ECD0-572F-4956-9F55-FCE5953347F4}" dt="2021-07-19T14:05:08.328" v="4952" actId="1582"/>
          <ac:cxnSpMkLst>
            <pc:docMk/>
            <pc:sldMk cId="3024282184" sldId="520"/>
            <ac:cxnSpMk id="25" creationId="{7D70F38B-8D9E-4047-A740-5BC7FDC6BB52}"/>
          </ac:cxnSpMkLst>
        </pc:cxnChg>
        <pc:cxnChg chg="add mod">
          <ac:chgData name="Rishabh Thapliyal" userId="368b16fe-05c0-4215-83a5-b415b40e56f1" providerId="ADAL" clId="{0CD0ECD0-572F-4956-9F55-FCE5953347F4}" dt="2021-07-19T14:05:08.328" v="4952" actId="1582"/>
          <ac:cxnSpMkLst>
            <pc:docMk/>
            <pc:sldMk cId="3024282184" sldId="520"/>
            <ac:cxnSpMk id="28" creationId="{2862D776-98D4-4B3E-B772-8A2EB1E2D6AB}"/>
          </ac:cxnSpMkLst>
        </pc:cxnChg>
        <pc:cxnChg chg="add mod">
          <ac:chgData name="Rishabh Thapliyal" userId="368b16fe-05c0-4215-83a5-b415b40e56f1" providerId="ADAL" clId="{0CD0ECD0-572F-4956-9F55-FCE5953347F4}" dt="2021-07-19T14:05:08.328" v="4952" actId="1582"/>
          <ac:cxnSpMkLst>
            <pc:docMk/>
            <pc:sldMk cId="3024282184" sldId="520"/>
            <ac:cxnSpMk id="31" creationId="{BEFADA6E-19F6-4776-97B6-41D7134E604C}"/>
          </ac:cxnSpMkLst>
        </pc:cxnChg>
      </pc:sldChg>
      <pc:sldChg chg="addSp delSp modSp new mod">
        <pc:chgData name="Rishabh Thapliyal" userId="368b16fe-05c0-4215-83a5-b415b40e56f1" providerId="ADAL" clId="{0CD0ECD0-572F-4956-9F55-FCE5953347F4}" dt="2021-07-21T09:40:57.034" v="7929" actId="20577"/>
        <pc:sldMkLst>
          <pc:docMk/>
          <pc:sldMk cId="2185376283" sldId="521"/>
        </pc:sldMkLst>
        <pc:spChg chg="mod">
          <ac:chgData name="Rishabh Thapliyal" userId="368b16fe-05c0-4215-83a5-b415b40e56f1" providerId="ADAL" clId="{0CD0ECD0-572F-4956-9F55-FCE5953347F4}" dt="2021-07-19T07:34:23.313" v="1192" actId="27636"/>
          <ac:spMkLst>
            <pc:docMk/>
            <pc:sldMk cId="2185376283" sldId="521"/>
            <ac:spMk id="2" creationId="{DC43D64B-3A1F-43E8-B58C-E6C1097E1D11}"/>
          </ac:spMkLst>
        </pc:spChg>
        <pc:spChg chg="del">
          <ac:chgData name="Rishabh Thapliyal" userId="368b16fe-05c0-4215-83a5-b415b40e56f1" providerId="ADAL" clId="{0CD0ECD0-572F-4956-9F55-FCE5953347F4}" dt="2021-07-19T07:38:56.114" v="1194" actId="3680"/>
          <ac:spMkLst>
            <pc:docMk/>
            <pc:sldMk cId="2185376283" sldId="521"/>
            <ac:spMk id="3" creationId="{82C117C8-451D-4BEC-8774-E20AC85192FC}"/>
          </ac:spMkLst>
        </pc:spChg>
        <pc:spChg chg="add mod">
          <ac:chgData name="Rishabh Thapliyal" userId="368b16fe-05c0-4215-83a5-b415b40e56f1" providerId="ADAL" clId="{0CD0ECD0-572F-4956-9F55-FCE5953347F4}" dt="2021-07-19T14:12:53.722" v="5018" actId="1076"/>
          <ac:spMkLst>
            <pc:docMk/>
            <pc:sldMk cId="2185376283" sldId="521"/>
            <ac:spMk id="5" creationId="{6CA93FB0-F388-4A48-93F2-448368798288}"/>
          </ac:spMkLst>
        </pc:spChg>
        <pc:spChg chg="add mod">
          <ac:chgData name="Rishabh Thapliyal" userId="368b16fe-05c0-4215-83a5-b415b40e56f1" providerId="ADAL" clId="{0CD0ECD0-572F-4956-9F55-FCE5953347F4}" dt="2021-07-19T14:11:58.476" v="5010" actId="1076"/>
          <ac:spMkLst>
            <pc:docMk/>
            <pc:sldMk cId="2185376283" sldId="521"/>
            <ac:spMk id="6" creationId="{888A4191-CA6B-494D-92F5-47CC9036ADC3}"/>
          </ac:spMkLst>
        </pc:spChg>
        <pc:spChg chg="add mod">
          <ac:chgData name="Rishabh Thapliyal" userId="368b16fe-05c0-4215-83a5-b415b40e56f1" providerId="ADAL" clId="{0CD0ECD0-572F-4956-9F55-FCE5953347F4}" dt="2021-07-19T14:19:21.827" v="5040" actId="1076"/>
          <ac:spMkLst>
            <pc:docMk/>
            <pc:sldMk cId="2185376283" sldId="521"/>
            <ac:spMk id="7" creationId="{3F24F846-3F96-4C07-AA98-CB5C753E01C9}"/>
          </ac:spMkLst>
        </pc:spChg>
        <pc:spChg chg="add del mod">
          <ac:chgData name="Rishabh Thapliyal" userId="368b16fe-05c0-4215-83a5-b415b40e56f1" providerId="ADAL" clId="{0CD0ECD0-572F-4956-9F55-FCE5953347F4}" dt="2021-07-19T14:12:44.188" v="5017" actId="478"/>
          <ac:spMkLst>
            <pc:docMk/>
            <pc:sldMk cId="2185376283" sldId="521"/>
            <ac:spMk id="9" creationId="{CA1BF609-5398-4CDE-85F7-E42739CFDAB1}"/>
          </ac:spMkLst>
        </pc:spChg>
        <pc:spChg chg="add del mod">
          <ac:chgData name="Rishabh Thapliyal" userId="368b16fe-05c0-4215-83a5-b415b40e56f1" providerId="ADAL" clId="{0CD0ECD0-572F-4956-9F55-FCE5953347F4}" dt="2021-07-19T14:12:40.744" v="5016" actId="478"/>
          <ac:spMkLst>
            <pc:docMk/>
            <pc:sldMk cId="2185376283" sldId="521"/>
            <ac:spMk id="10" creationId="{6D811323-B18F-423E-A787-9966C22D63D9}"/>
          </ac:spMkLst>
        </pc:spChg>
        <pc:spChg chg="add mod">
          <ac:chgData name="Rishabh Thapliyal" userId="368b16fe-05c0-4215-83a5-b415b40e56f1" providerId="ADAL" clId="{0CD0ECD0-572F-4956-9F55-FCE5953347F4}" dt="2021-07-19T14:19:29.208" v="5041" actId="14100"/>
          <ac:spMkLst>
            <pc:docMk/>
            <pc:sldMk cId="2185376283" sldId="521"/>
            <ac:spMk id="11" creationId="{9A514F83-18D9-4FE1-B318-F8EE33C9EC65}"/>
          </ac:spMkLst>
        </pc:spChg>
        <pc:spChg chg="add mod">
          <ac:chgData name="Rishabh Thapliyal" userId="368b16fe-05c0-4215-83a5-b415b40e56f1" providerId="ADAL" clId="{0CD0ECD0-572F-4956-9F55-FCE5953347F4}" dt="2021-07-19T14:13:52.407" v="5026" actId="13822"/>
          <ac:spMkLst>
            <pc:docMk/>
            <pc:sldMk cId="2185376283" sldId="521"/>
            <ac:spMk id="12" creationId="{E637679D-E86C-4D5F-B1AC-B6CDA2F08F31}"/>
          </ac:spMkLst>
        </pc:spChg>
        <pc:spChg chg="add mod">
          <ac:chgData name="Rishabh Thapliyal" userId="368b16fe-05c0-4215-83a5-b415b40e56f1" providerId="ADAL" clId="{0CD0ECD0-572F-4956-9F55-FCE5953347F4}" dt="2021-07-19T14:14:02.002" v="5028" actId="20577"/>
          <ac:spMkLst>
            <pc:docMk/>
            <pc:sldMk cId="2185376283" sldId="521"/>
            <ac:spMk id="14" creationId="{9006E084-C5B1-4EFB-B668-364952950801}"/>
          </ac:spMkLst>
        </pc:spChg>
        <pc:spChg chg="add mod">
          <ac:chgData name="Rishabh Thapliyal" userId="368b16fe-05c0-4215-83a5-b415b40e56f1" providerId="ADAL" clId="{0CD0ECD0-572F-4956-9F55-FCE5953347F4}" dt="2021-07-19T14:13:12.644" v="5020" actId="1076"/>
          <ac:spMkLst>
            <pc:docMk/>
            <pc:sldMk cId="2185376283" sldId="521"/>
            <ac:spMk id="15" creationId="{287C8350-E026-4A7D-AD4E-487E7A818CE9}"/>
          </ac:spMkLst>
        </pc:spChg>
        <pc:spChg chg="add mod">
          <ac:chgData name="Rishabh Thapliyal" userId="368b16fe-05c0-4215-83a5-b415b40e56f1" providerId="ADAL" clId="{0CD0ECD0-572F-4956-9F55-FCE5953347F4}" dt="2021-07-19T14:14:30.846" v="5030" actId="13822"/>
          <ac:spMkLst>
            <pc:docMk/>
            <pc:sldMk cId="2185376283" sldId="521"/>
            <ac:spMk id="16" creationId="{E8926F86-C8C7-4B47-BFFB-1AB63F3423C2}"/>
          </ac:spMkLst>
        </pc:spChg>
        <pc:graphicFrameChg chg="add mod ord modGraphic">
          <ac:chgData name="Rishabh Thapliyal" userId="368b16fe-05c0-4215-83a5-b415b40e56f1" providerId="ADAL" clId="{0CD0ECD0-572F-4956-9F55-FCE5953347F4}" dt="2021-07-19T14:14:46.269" v="5031"/>
          <ac:graphicFrameMkLst>
            <pc:docMk/>
            <pc:sldMk cId="2185376283" sldId="521"/>
            <ac:graphicFrameMk id="4" creationId="{F95CC661-0AAB-40DA-BD41-161C3FF1EACA}"/>
          </ac:graphicFrameMkLst>
        </pc:graphicFrameChg>
        <pc:graphicFrameChg chg="add mod modGraphic">
          <ac:chgData name="Rishabh Thapliyal" userId="368b16fe-05c0-4215-83a5-b415b40e56f1" providerId="ADAL" clId="{0CD0ECD0-572F-4956-9F55-FCE5953347F4}" dt="2021-07-21T09:40:57.034" v="7929" actId="20577"/>
          <ac:graphicFrameMkLst>
            <pc:docMk/>
            <pc:sldMk cId="2185376283" sldId="521"/>
            <ac:graphicFrameMk id="8" creationId="{9E7C37A3-4587-4A1C-A115-18C77C29C8CD}"/>
          </ac:graphicFrameMkLst>
        </pc:graphicFrameChg>
        <pc:cxnChg chg="add mod">
          <ac:chgData name="Rishabh Thapliyal" userId="368b16fe-05c0-4215-83a5-b415b40e56f1" providerId="ADAL" clId="{0CD0ECD0-572F-4956-9F55-FCE5953347F4}" dt="2021-07-19T14:10:10.497" v="4984" actId="17032"/>
          <ac:cxnSpMkLst>
            <pc:docMk/>
            <pc:sldMk cId="2185376283" sldId="521"/>
            <ac:cxnSpMk id="13" creationId="{19B4E579-89EA-4642-B8E2-905709A6BDA8}"/>
          </ac:cxnSpMkLst>
        </pc:cxnChg>
        <pc:cxnChg chg="add mod">
          <ac:chgData name="Rishabh Thapliyal" userId="368b16fe-05c0-4215-83a5-b415b40e56f1" providerId="ADAL" clId="{0CD0ECD0-572F-4956-9F55-FCE5953347F4}" dt="2021-07-19T14:12:15.582" v="5012" actId="1076"/>
          <ac:cxnSpMkLst>
            <pc:docMk/>
            <pc:sldMk cId="2185376283" sldId="521"/>
            <ac:cxnSpMk id="17" creationId="{1CFE8E5F-A263-4CAF-98F6-7D1855BB6E5A}"/>
          </ac:cxnSpMkLst>
        </pc:cxnChg>
        <pc:cxnChg chg="add mod">
          <ac:chgData name="Rishabh Thapliyal" userId="368b16fe-05c0-4215-83a5-b415b40e56f1" providerId="ADAL" clId="{0CD0ECD0-572F-4956-9F55-FCE5953347F4}" dt="2021-07-19T14:12:25.218" v="5014" actId="1076"/>
          <ac:cxnSpMkLst>
            <pc:docMk/>
            <pc:sldMk cId="2185376283" sldId="521"/>
            <ac:cxnSpMk id="18" creationId="{0B8B41E4-10E5-4E89-A965-783E23A1FD26}"/>
          </ac:cxnSpMkLst>
        </pc:cxnChg>
      </pc:sldChg>
      <pc:sldChg chg="addSp delSp modSp new mod">
        <pc:chgData name="Rishabh Thapliyal" userId="368b16fe-05c0-4215-83a5-b415b40e56f1" providerId="ADAL" clId="{0CD0ECD0-572F-4956-9F55-FCE5953347F4}" dt="2021-07-19T14:21:31.074" v="5057" actId="693"/>
        <pc:sldMkLst>
          <pc:docMk/>
          <pc:sldMk cId="3255146877" sldId="522"/>
        </pc:sldMkLst>
        <pc:spChg chg="mod">
          <ac:chgData name="Rishabh Thapliyal" userId="368b16fe-05c0-4215-83a5-b415b40e56f1" providerId="ADAL" clId="{0CD0ECD0-572F-4956-9F55-FCE5953347F4}" dt="2021-07-19T08:12:55.677" v="1811" actId="27636"/>
          <ac:spMkLst>
            <pc:docMk/>
            <pc:sldMk cId="3255146877" sldId="522"/>
            <ac:spMk id="2" creationId="{5C02EC61-FC8A-41F4-A36E-ED98B89AB3AC}"/>
          </ac:spMkLst>
        </pc:spChg>
        <pc:spChg chg="mod">
          <ac:chgData name="Rishabh Thapliyal" userId="368b16fe-05c0-4215-83a5-b415b40e56f1" providerId="ADAL" clId="{0CD0ECD0-572F-4956-9F55-FCE5953347F4}" dt="2021-07-19T14:20:42.778" v="5050" actId="13822"/>
          <ac:spMkLst>
            <pc:docMk/>
            <pc:sldMk cId="3255146877" sldId="522"/>
            <ac:spMk id="3" creationId="{5769E215-72E5-495D-86AC-847959F2F107}"/>
          </ac:spMkLst>
        </pc:spChg>
        <pc:spChg chg="add del mod">
          <ac:chgData name="Rishabh Thapliyal" userId="368b16fe-05c0-4215-83a5-b415b40e56f1" providerId="ADAL" clId="{0CD0ECD0-572F-4956-9F55-FCE5953347F4}" dt="2021-07-19T08:20:42.209" v="1870" actId="478"/>
          <ac:spMkLst>
            <pc:docMk/>
            <pc:sldMk cId="3255146877" sldId="522"/>
            <ac:spMk id="4" creationId="{F5FC49C3-CDF7-4F24-9F3E-408659604534}"/>
          </ac:spMkLst>
        </pc:spChg>
        <pc:spChg chg="add del mod">
          <ac:chgData name="Rishabh Thapliyal" userId="368b16fe-05c0-4215-83a5-b415b40e56f1" providerId="ADAL" clId="{0CD0ECD0-572F-4956-9F55-FCE5953347F4}" dt="2021-07-19T08:24:12.693" v="2018" actId="478"/>
          <ac:spMkLst>
            <pc:docMk/>
            <pc:sldMk cId="3255146877" sldId="522"/>
            <ac:spMk id="5" creationId="{EA50BF1B-DD99-4460-B7CE-888734857C90}"/>
          </ac:spMkLst>
        </pc:spChg>
        <pc:spChg chg="add del mod">
          <ac:chgData name="Rishabh Thapliyal" userId="368b16fe-05c0-4215-83a5-b415b40e56f1" providerId="ADAL" clId="{0CD0ECD0-572F-4956-9F55-FCE5953347F4}" dt="2021-07-19T08:21:44.259" v="1896" actId="12084"/>
          <ac:spMkLst>
            <pc:docMk/>
            <pc:sldMk cId="3255146877" sldId="522"/>
            <ac:spMk id="6" creationId="{3926C4C5-E96F-4BA8-832F-9F3CCD259424}"/>
          </ac:spMkLst>
        </pc:spChg>
        <pc:spChg chg="add mod">
          <ac:chgData name="Rishabh Thapliyal" userId="368b16fe-05c0-4215-83a5-b415b40e56f1" providerId="ADAL" clId="{0CD0ECD0-572F-4956-9F55-FCE5953347F4}" dt="2021-07-19T14:21:31.074" v="5057" actId="693"/>
          <ac:spMkLst>
            <pc:docMk/>
            <pc:sldMk cId="3255146877" sldId="522"/>
            <ac:spMk id="8" creationId="{F41F21F6-0493-44A6-BBD6-C1E8FF320DD4}"/>
          </ac:spMkLst>
        </pc:spChg>
        <pc:spChg chg="add mod">
          <ac:chgData name="Rishabh Thapliyal" userId="368b16fe-05c0-4215-83a5-b415b40e56f1" providerId="ADAL" clId="{0CD0ECD0-572F-4956-9F55-FCE5953347F4}" dt="2021-07-19T14:21:23.096" v="5056" actId="693"/>
          <ac:spMkLst>
            <pc:docMk/>
            <pc:sldMk cId="3255146877" sldId="522"/>
            <ac:spMk id="9" creationId="{313DB32D-DD36-4AC7-93D8-13472AFF3063}"/>
          </ac:spMkLst>
        </pc:spChg>
        <pc:spChg chg="add del mod">
          <ac:chgData name="Rishabh Thapliyal" userId="368b16fe-05c0-4215-83a5-b415b40e56f1" providerId="ADAL" clId="{0CD0ECD0-572F-4956-9F55-FCE5953347F4}" dt="2021-07-19T09:10:00.029" v="2782" actId="478"/>
          <ac:spMkLst>
            <pc:docMk/>
            <pc:sldMk cId="3255146877" sldId="522"/>
            <ac:spMk id="16" creationId="{E7DF552C-E02A-424B-958E-8C0DA0398698}"/>
          </ac:spMkLst>
        </pc:spChg>
        <pc:graphicFrameChg chg="add mod">
          <ac:chgData name="Rishabh Thapliyal" userId="368b16fe-05c0-4215-83a5-b415b40e56f1" providerId="ADAL" clId="{0CD0ECD0-572F-4956-9F55-FCE5953347F4}" dt="2021-07-19T14:20:34.414" v="5049" actId="13822"/>
          <ac:graphicFrameMkLst>
            <pc:docMk/>
            <pc:sldMk cId="3255146877" sldId="522"/>
            <ac:graphicFrameMk id="7" creationId="{05490DA7-C682-4BFD-AC99-61C2C5CF5F7F}"/>
          </ac:graphicFrameMkLst>
        </pc:graphicFrameChg>
        <pc:graphicFrameChg chg="add mod modGraphic">
          <ac:chgData name="Rishabh Thapliyal" userId="368b16fe-05c0-4215-83a5-b415b40e56f1" providerId="ADAL" clId="{0CD0ECD0-572F-4956-9F55-FCE5953347F4}" dt="2021-07-19T14:20:48.168" v="5051" actId="208"/>
          <ac:graphicFrameMkLst>
            <pc:docMk/>
            <pc:sldMk cId="3255146877" sldId="522"/>
            <ac:graphicFrameMk id="11" creationId="{C059F5EC-8F0C-4066-B59B-1B27D85857DA}"/>
          </ac:graphicFrameMkLst>
        </pc:graphicFrameChg>
        <pc:graphicFrameChg chg="add mod modGraphic">
          <ac:chgData name="Rishabh Thapliyal" userId="368b16fe-05c0-4215-83a5-b415b40e56f1" providerId="ADAL" clId="{0CD0ECD0-572F-4956-9F55-FCE5953347F4}" dt="2021-07-19T14:20:54.419" v="5052" actId="208"/>
          <ac:graphicFrameMkLst>
            <pc:docMk/>
            <pc:sldMk cId="3255146877" sldId="522"/>
            <ac:graphicFrameMk id="13" creationId="{3AEFC694-E07F-4090-84FF-0C7E26AF619C}"/>
          </ac:graphicFrameMkLst>
        </pc:graphicFrameChg>
        <pc:graphicFrameChg chg="add mod modGraphic">
          <ac:chgData name="Rishabh Thapliyal" userId="368b16fe-05c0-4215-83a5-b415b40e56f1" providerId="ADAL" clId="{0CD0ECD0-572F-4956-9F55-FCE5953347F4}" dt="2021-07-19T14:21:00.054" v="5053" actId="208"/>
          <ac:graphicFrameMkLst>
            <pc:docMk/>
            <pc:sldMk cId="3255146877" sldId="522"/>
            <ac:graphicFrameMk id="15" creationId="{6C718F35-6907-44C9-AA57-FC4853F25276}"/>
          </ac:graphicFrameMkLst>
        </pc:graphicFrameChg>
      </pc:sldChg>
      <pc:sldChg chg="addSp delSp modSp new mod modClrScheme chgLayout">
        <pc:chgData name="Rishabh Thapliyal" userId="368b16fe-05c0-4215-83a5-b415b40e56f1" providerId="ADAL" clId="{0CD0ECD0-572F-4956-9F55-FCE5953347F4}" dt="2021-07-21T10:06:24.006" v="8073" actId="20577"/>
        <pc:sldMkLst>
          <pc:docMk/>
          <pc:sldMk cId="2580803064" sldId="523"/>
        </pc:sldMkLst>
        <pc:spChg chg="del mod ord">
          <ac:chgData name="Rishabh Thapliyal" userId="368b16fe-05c0-4215-83a5-b415b40e56f1" providerId="ADAL" clId="{0CD0ECD0-572F-4956-9F55-FCE5953347F4}" dt="2021-07-19T09:38:22.434" v="3219" actId="700"/>
          <ac:spMkLst>
            <pc:docMk/>
            <pc:sldMk cId="2580803064" sldId="523"/>
            <ac:spMk id="2" creationId="{7318575C-697B-4BD8-A892-581835856306}"/>
          </ac:spMkLst>
        </pc:spChg>
        <pc:spChg chg="del">
          <ac:chgData name="Rishabh Thapliyal" userId="368b16fe-05c0-4215-83a5-b415b40e56f1" providerId="ADAL" clId="{0CD0ECD0-572F-4956-9F55-FCE5953347F4}" dt="2021-07-19T09:38:22.434" v="3219" actId="700"/>
          <ac:spMkLst>
            <pc:docMk/>
            <pc:sldMk cId="2580803064" sldId="523"/>
            <ac:spMk id="3" creationId="{A2535978-92F8-4F62-8189-60F7C61A372C}"/>
          </ac:spMkLst>
        </pc:spChg>
        <pc:spChg chg="del mod ord">
          <ac:chgData name="Rishabh Thapliyal" userId="368b16fe-05c0-4215-83a5-b415b40e56f1" providerId="ADAL" clId="{0CD0ECD0-572F-4956-9F55-FCE5953347F4}" dt="2021-07-19T09:38:22.434" v="3219" actId="700"/>
          <ac:spMkLst>
            <pc:docMk/>
            <pc:sldMk cId="2580803064" sldId="523"/>
            <ac:spMk id="4" creationId="{FC5C1ABB-6656-4606-890F-C94FEB058176}"/>
          </ac:spMkLst>
        </pc:spChg>
        <pc:spChg chg="del">
          <ac:chgData name="Rishabh Thapliyal" userId="368b16fe-05c0-4215-83a5-b415b40e56f1" providerId="ADAL" clId="{0CD0ECD0-572F-4956-9F55-FCE5953347F4}" dt="2021-07-19T09:38:22.434" v="3219" actId="700"/>
          <ac:spMkLst>
            <pc:docMk/>
            <pc:sldMk cId="2580803064" sldId="523"/>
            <ac:spMk id="5" creationId="{C6C5BF48-776D-4FE3-9996-F17189BFA898}"/>
          </ac:spMkLst>
        </pc:spChg>
        <pc:spChg chg="del">
          <ac:chgData name="Rishabh Thapliyal" userId="368b16fe-05c0-4215-83a5-b415b40e56f1" providerId="ADAL" clId="{0CD0ECD0-572F-4956-9F55-FCE5953347F4}" dt="2021-07-19T09:38:22.434" v="3219" actId="700"/>
          <ac:spMkLst>
            <pc:docMk/>
            <pc:sldMk cId="2580803064" sldId="523"/>
            <ac:spMk id="6" creationId="{37C389EE-11D3-4EE1-8134-F34368424C17}"/>
          </ac:spMkLst>
        </pc:spChg>
        <pc:spChg chg="add mod ord">
          <ac:chgData name="Rishabh Thapliyal" userId="368b16fe-05c0-4215-83a5-b415b40e56f1" providerId="ADAL" clId="{0CD0ECD0-572F-4956-9F55-FCE5953347F4}" dt="2021-07-19T09:57:32.663" v="3551" actId="1076"/>
          <ac:spMkLst>
            <pc:docMk/>
            <pc:sldMk cId="2580803064" sldId="523"/>
            <ac:spMk id="7" creationId="{00C15011-12FA-4242-B8BC-4282A3DAF498}"/>
          </ac:spMkLst>
        </pc:spChg>
        <pc:spChg chg="add mod ord">
          <ac:chgData name="Rishabh Thapliyal" userId="368b16fe-05c0-4215-83a5-b415b40e56f1" providerId="ADAL" clId="{0CD0ECD0-572F-4956-9F55-FCE5953347F4}" dt="2021-07-19T14:52:50.762" v="5618" actId="1076"/>
          <ac:spMkLst>
            <pc:docMk/>
            <pc:sldMk cId="2580803064" sldId="523"/>
            <ac:spMk id="8" creationId="{9415A6BE-8A96-4DC4-90B6-990E604E2EB7}"/>
          </ac:spMkLst>
        </pc:spChg>
        <pc:spChg chg="add mod">
          <ac:chgData name="Rishabh Thapliyal" userId="368b16fe-05c0-4215-83a5-b415b40e56f1" providerId="ADAL" clId="{0CD0ECD0-572F-4956-9F55-FCE5953347F4}" dt="2021-07-19T14:57:16.112" v="5676" actId="242"/>
          <ac:spMkLst>
            <pc:docMk/>
            <pc:sldMk cId="2580803064" sldId="523"/>
            <ac:spMk id="9" creationId="{99637FC3-0692-456F-B758-FBC74E86A0EA}"/>
          </ac:spMkLst>
        </pc:spChg>
        <pc:spChg chg="add mod">
          <ac:chgData name="Rishabh Thapliyal" userId="368b16fe-05c0-4215-83a5-b415b40e56f1" providerId="ADAL" clId="{0CD0ECD0-572F-4956-9F55-FCE5953347F4}" dt="2021-07-19T14:53:12.510" v="5622" actId="207"/>
          <ac:spMkLst>
            <pc:docMk/>
            <pc:sldMk cId="2580803064" sldId="523"/>
            <ac:spMk id="10" creationId="{D2B23C2B-CE85-4987-A9B9-967F112C4F4B}"/>
          </ac:spMkLst>
        </pc:spChg>
        <pc:spChg chg="add mod">
          <ac:chgData name="Rishabh Thapliyal" userId="368b16fe-05c0-4215-83a5-b415b40e56f1" providerId="ADAL" clId="{0CD0ECD0-572F-4956-9F55-FCE5953347F4}" dt="2021-07-21T10:06:24.006" v="8073" actId="20577"/>
          <ac:spMkLst>
            <pc:docMk/>
            <pc:sldMk cId="2580803064" sldId="523"/>
            <ac:spMk id="11" creationId="{FA9F8C53-0114-4733-84B6-CBC491CDAD76}"/>
          </ac:spMkLst>
        </pc:spChg>
        <pc:spChg chg="add mod">
          <ac:chgData name="Rishabh Thapliyal" userId="368b16fe-05c0-4215-83a5-b415b40e56f1" providerId="ADAL" clId="{0CD0ECD0-572F-4956-9F55-FCE5953347F4}" dt="2021-07-19T14:56:17.439" v="5667" actId="1076"/>
          <ac:spMkLst>
            <pc:docMk/>
            <pc:sldMk cId="2580803064" sldId="523"/>
            <ac:spMk id="12" creationId="{D89604D0-862D-43A1-8436-17DC3FCBE287}"/>
          </ac:spMkLst>
        </pc:spChg>
        <pc:spChg chg="add mod">
          <ac:chgData name="Rishabh Thapliyal" userId="368b16fe-05c0-4215-83a5-b415b40e56f1" providerId="ADAL" clId="{0CD0ECD0-572F-4956-9F55-FCE5953347F4}" dt="2021-07-19T14:56:54.850" v="5673" actId="20577"/>
          <ac:spMkLst>
            <pc:docMk/>
            <pc:sldMk cId="2580803064" sldId="523"/>
            <ac:spMk id="13" creationId="{284B9B29-7FD8-4A03-A6FF-BD9468CB6544}"/>
          </ac:spMkLst>
        </pc:spChg>
      </pc:sldChg>
      <pc:sldChg chg="addSp delSp modSp new del mod ord">
        <pc:chgData name="Rishabh Thapliyal" userId="368b16fe-05c0-4215-83a5-b415b40e56f1" providerId="ADAL" clId="{0CD0ECD0-572F-4956-9F55-FCE5953347F4}" dt="2021-07-21T11:46:26.771" v="8074" actId="2696"/>
        <pc:sldMkLst>
          <pc:docMk/>
          <pc:sldMk cId="3356373592" sldId="524"/>
        </pc:sldMkLst>
        <pc:spChg chg="mod">
          <ac:chgData name="Rishabh Thapliyal" userId="368b16fe-05c0-4215-83a5-b415b40e56f1" providerId="ADAL" clId="{0CD0ECD0-572F-4956-9F55-FCE5953347F4}" dt="2021-07-19T10:04:01.256" v="3647" actId="20577"/>
          <ac:spMkLst>
            <pc:docMk/>
            <pc:sldMk cId="3356373592" sldId="524"/>
            <ac:spMk id="2" creationId="{71FDD894-4859-4A2B-86E2-2EE042A3B31C}"/>
          </ac:spMkLst>
        </pc:spChg>
        <pc:spChg chg="mod">
          <ac:chgData name="Rishabh Thapliyal" userId="368b16fe-05c0-4215-83a5-b415b40e56f1" providerId="ADAL" clId="{0CD0ECD0-572F-4956-9F55-FCE5953347F4}" dt="2021-07-19T10:28:25.066" v="4082" actId="1076"/>
          <ac:spMkLst>
            <pc:docMk/>
            <pc:sldMk cId="3356373592" sldId="524"/>
            <ac:spMk id="3" creationId="{DCCC6228-3BA1-4B6F-BB28-BC006EB3D2CE}"/>
          </ac:spMkLst>
        </pc:spChg>
        <pc:spChg chg="add mod">
          <ac:chgData name="Rishabh Thapliyal" userId="368b16fe-05c0-4215-83a5-b415b40e56f1" providerId="ADAL" clId="{0CD0ECD0-572F-4956-9F55-FCE5953347F4}" dt="2021-07-19T10:36:41.813" v="4317" actId="27636"/>
          <ac:spMkLst>
            <pc:docMk/>
            <pc:sldMk cId="3356373592" sldId="524"/>
            <ac:spMk id="4" creationId="{1EDD6AB5-7669-4417-B93F-93028C95663A}"/>
          </ac:spMkLst>
        </pc:spChg>
        <pc:spChg chg="add mod">
          <ac:chgData name="Rishabh Thapliyal" userId="368b16fe-05c0-4215-83a5-b415b40e56f1" providerId="ADAL" clId="{0CD0ECD0-572F-4956-9F55-FCE5953347F4}" dt="2021-07-19T10:19:34.951" v="3999" actId="27636"/>
          <ac:spMkLst>
            <pc:docMk/>
            <pc:sldMk cId="3356373592" sldId="524"/>
            <ac:spMk id="7" creationId="{0C42AA8A-9B65-47DD-B068-07B6B638369D}"/>
          </ac:spMkLst>
        </pc:spChg>
        <pc:graphicFrameChg chg="add del mod modGraphic">
          <ac:chgData name="Rishabh Thapliyal" userId="368b16fe-05c0-4215-83a5-b415b40e56f1" providerId="ADAL" clId="{0CD0ECD0-572F-4956-9F55-FCE5953347F4}" dt="2021-07-19T10:11:07.045" v="3859" actId="478"/>
          <ac:graphicFrameMkLst>
            <pc:docMk/>
            <pc:sldMk cId="3356373592" sldId="524"/>
            <ac:graphicFrameMk id="5" creationId="{2A7A34B2-3F9B-4B18-A66C-0C42483DDA13}"/>
          </ac:graphicFrameMkLst>
        </pc:graphicFrameChg>
        <pc:graphicFrameChg chg="add mod modGraphic">
          <ac:chgData name="Rishabh Thapliyal" userId="368b16fe-05c0-4215-83a5-b415b40e56f1" providerId="ADAL" clId="{0CD0ECD0-572F-4956-9F55-FCE5953347F4}" dt="2021-07-19T17:22:50.588" v="6276" actId="20577"/>
          <ac:graphicFrameMkLst>
            <pc:docMk/>
            <pc:sldMk cId="3356373592" sldId="524"/>
            <ac:graphicFrameMk id="6" creationId="{B54D7BE9-5FDA-4602-BF15-C2907B254D21}"/>
          </ac:graphicFrameMkLst>
        </pc:graphicFrameChg>
        <pc:graphicFrameChg chg="add del mod modGraphic">
          <ac:chgData name="Rishabh Thapliyal" userId="368b16fe-05c0-4215-83a5-b415b40e56f1" providerId="ADAL" clId="{0CD0ECD0-572F-4956-9F55-FCE5953347F4}" dt="2021-07-19T19:01:43.264" v="6845" actId="478"/>
          <ac:graphicFrameMkLst>
            <pc:docMk/>
            <pc:sldMk cId="3356373592" sldId="524"/>
            <ac:graphicFrameMk id="9" creationId="{97D0DDC8-0440-4B21-9AB6-F666C63D440B}"/>
          </ac:graphicFrameMkLst>
        </pc:graphicFrameChg>
        <pc:cxnChg chg="add">
          <ac:chgData name="Rishabh Thapliyal" userId="368b16fe-05c0-4215-83a5-b415b40e56f1" providerId="ADAL" clId="{0CD0ECD0-572F-4956-9F55-FCE5953347F4}" dt="2021-07-19T15:09:19.207" v="5951" actId="11529"/>
          <ac:cxnSpMkLst>
            <pc:docMk/>
            <pc:sldMk cId="3356373592" sldId="524"/>
            <ac:cxnSpMk id="8" creationId="{48064018-2B49-4714-9247-D1EDD03EB011}"/>
          </ac:cxnSpMkLst>
        </pc:cxnChg>
      </pc:sldChg>
      <pc:sldChg chg="new del ord">
        <pc:chgData name="Rishabh Thapliyal" userId="368b16fe-05c0-4215-83a5-b415b40e56f1" providerId="ADAL" clId="{0CD0ECD0-572F-4956-9F55-FCE5953347F4}" dt="2021-07-21T11:46:26.771" v="8074" actId="2696"/>
        <pc:sldMkLst>
          <pc:docMk/>
          <pc:sldMk cId="3942029586" sldId="525"/>
        </pc:sldMkLst>
      </pc:sldChg>
      <pc:sldChg chg="addSp delSp modSp new mod">
        <pc:chgData name="Rishabh Thapliyal" userId="368b16fe-05c0-4215-83a5-b415b40e56f1" providerId="ADAL" clId="{0CD0ECD0-572F-4956-9F55-FCE5953347F4}" dt="2021-07-21T09:29:28.238" v="7870" actId="13926"/>
        <pc:sldMkLst>
          <pc:docMk/>
          <pc:sldMk cId="3371072495" sldId="526"/>
        </pc:sldMkLst>
        <pc:spChg chg="mod">
          <ac:chgData name="Rishabh Thapliyal" userId="368b16fe-05c0-4215-83a5-b415b40e56f1" providerId="ADAL" clId="{0CD0ECD0-572F-4956-9F55-FCE5953347F4}" dt="2021-07-19T19:06:41.529" v="6881" actId="27636"/>
          <ac:spMkLst>
            <pc:docMk/>
            <pc:sldMk cId="3371072495" sldId="526"/>
            <ac:spMk id="2" creationId="{DB9B60E4-197C-4AC9-8156-7BC56720CC85}"/>
          </ac:spMkLst>
        </pc:spChg>
        <pc:spChg chg="mod">
          <ac:chgData name="Rishabh Thapliyal" userId="368b16fe-05c0-4215-83a5-b415b40e56f1" providerId="ADAL" clId="{0CD0ECD0-572F-4956-9F55-FCE5953347F4}" dt="2021-07-21T09:29:28.238" v="7870" actId="13926"/>
          <ac:spMkLst>
            <pc:docMk/>
            <pc:sldMk cId="3371072495" sldId="526"/>
            <ac:spMk id="3" creationId="{E2A4BC38-F9C7-40A7-8E86-653CFB6F6F2D}"/>
          </ac:spMkLst>
        </pc:spChg>
        <pc:spChg chg="add del mod">
          <ac:chgData name="Rishabh Thapliyal" userId="368b16fe-05c0-4215-83a5-b415b40e56f1" providerId="ADAL" clId="{0CD0ECD0-572F-4956-9F55-FCE5953347F4}" dt="2021-07-19T19:06:33.414" v="6879" actId="478"/>
          <ac:spMkLst>
            <pc:docMk/>
            <pc:sldMk cId="3371072495" sldId="526"/>
            <ac:spMk id="5" creationId="{F2BF4464-7834-421D-A47C-74767DBCAEFA}"/>
          </ac:spMkLst>
        </pc:spChg>
        <pc:spChg chg="add mod">
          <ac:chgData name="Rishabh Thapliyal" userId="368b16fe-05c0-4215-83a5-b415b40e56f1" providerId="ADAL" clId="{0CD0ECD0-572F-4956-9F55-FCE5953347F4}" dt="2021-07-21T07:19:05.614" v="7252" actId="242"/>
          <ac:spMkLst>
            <pc:docMk/>
            <pc:sldMk cId="3371072495" sldId="526"/>
            <ac:spMk id="6" creationId="{02017A8B-BADA-46B4-8F68-2FD72329C4A8}"/>
          </ac:spMkLst>
        </pc:spChg>
        <pc:spChg chg="add mod">
          <ac:chgData name="Rishabh Thapliyal" userId="368b16fe-05c0-4215-83a5-b415b40e56f1" providerId="ADAL" clId="{0CD0ECD0-572F-4956-9F55-FCE5953347F4}" dt="2021-07-21T07:19:01.714" v="7251" actId="242"/>
          <ac:spMkLst>
            <pc:docMk/>
            <pc:sldMk cId="3371072495" sldId="526"/>
            <ac:spMk id="7" creationId="{352F77DF-3DD4-43AC-8EFC-65E80E65E6A2}"/>
          </ac:spMkLst>
        </pc:spChg>
        <pc:spChg chg="add mod">
          <ac:chgData name="Rishabh Thapliyal" userId="368b16fe-05c0-4215-83a5-b415b40e56f1" providerId="ADAL" clId="{0CD0ECD0-572F-4956-9F55-FCE5953347F4}" dt="2021-07-21T07:18:57.675" v="7250" actId="242"/>
          <ac:spMkLst>
            <pc:docMk/>
            <pc:sldMk cId="3371072495" sldId="526"/>
            <ac:spMk id="8" creationId="{D1045F0A-58E5-4610-B1C3-4D5951AD937D}"/>
          </ac:spMkLst>
        </pc:spChg>
        <pc:graphicFrameChg chg="add mod modGraphic">
          <ac:chgData name="Rishabh Thapliyal" userId="368b16fe-05c0-4215-83a5-b415b40e56f1" providerId="ADAL" clId="{0CD0ECD0-572F-4956-9F55-FCE5953347F4}" dt="2021-07-21T07:20:08.029" v="7258" actId="207"/>
          <ac:graphicFrameMkLst>
            <pc:docMk/>
            <pc:sldMk cId="3371072495" sldId="526"/>
            <ac:graphicFrameMk id="4" creationId="{3F4975F5-CD23-4C7D-BEAB-65454BEC0A1D}"/>
          </ac:graphicFrameMkLst>
        </pc:graphicFrameChg>
      </pc:sldChg>
      <pc:sldChg chg="addSp delSp modSp new mod modClrScheme chgLayout">
        <pc:chgData name="Rishabh Thapliyal" userId="368b16fe-05c0-4215-83a5-b415b40e56f1" providerId="ADAL" clId="{0CD0ECD0-572F-4956-9F55-FCE5953347F4}" dt="2021-07-21T10:02:51.836" v="8059" actId="1076"/>
        <pc:sldMkLst>
          <pc:docMk/>
          <pc:sldMk cId="1985848771" sldId="527"/>
        </pc:sldMkLst>
        <pc:spChg chg="add mod">
          <ac:chgData name="Rishabh Thapliyal" userId="368b16fe-05c0-4215-83a5-b415b40e56f1" providerId="ADAL" clId="{0CD0ECD0-572F-4956-9F55-FCE5953347F4}" dt="2021-07-21T10:02:29.280" v="8056" actId="14100"/>
          <ac:spMkLst>
            <pc:docMk/>
            <pc:sldMk cId="1985848771" sldId="527"/>
            <ac:spMk id="2" creationId="{239D6459-BD15-4011-8982-0D66CADF6D92}"/>
          </ac:spMkLst>
        </pc:spChg>
        <pc:spChg chg="del mod ord">
          <ac:chgData name="Rishabh Thapliyal" userId="368b16fe-05c0-4215-83a5-b415b40e56f1" providerId="ADAL" clId="{0CD0ECD0-572F-4956-9F55-FCE5953347F4}" dt="2021-07-19T14:32:02.287" v="5335" actId="700"/>
          <ac:spMkLst>
            <pc:docMk/>
            <pc:sldMk cId="1985848771" sldId="527"/>
            <ac:spMk id="2" creationId="{C3CE503B-60DC-47A5-BD3F-5670187667DB}"/>
          </ac:spMkLst>
        </pc:spChg>
        <pc:spChg chg="del">
          <ac:chgData name="Rishabh Thapliyal" userId="368b16fe-05c0-4215-83a5-b415b40e56f1" providerId="ADAL" clId="{0CD0ECD0-572F-4956-9F55-FCE5953347F4}" dt="2021-07-19T14:32:02.287" v="5335" actId="700"/>
          <ac:spMkLst>
            <pc:docMk/>
            <pc:sldMk cId="1985848771" sldId="527"/>
            <ac:spMk id="3" creationId="{6A6F3EB2-D7AC-48B7-AD77-D7CBDD435649}"/>
          </ac:spMkLst>
        </pc:spChg>
        <pc:spChg chg="del mod ord">
          <ac:chgData name="Rishabh Thapliyal" userId="368b16fe-05c0-4215-83a5-b415b40e56f1" providerId="ADAL" clId="{0CD0ECD0-572F-4956-9F55-FCE5953347F4}" dt="2021-07-19T14:32:02.287" v="5335" actId="700"/>
          <ac:spMkLst>
            <pc:docMk/>
            <pc:sldMk cId="1985848771" sldId="527"/>
            <ac:spMk id="4" creationId="{BF60272D-18DD-468C-898A-C6E5C6153D36}"/>
          </ac:spMkLst>
        </pc:spChg>
        <pc:spChg chg="del">
          <ac:chgData name="Rishabh Thapliyal" userId="368b16fe-05c0-4215-83a5-b415b40e56f1" providerId="ADAL" clId="{0CD0ECD0-572F-4956-9F55-FCE5953347F4}" dt="2021-07-19T14:32:02.287" v="5335" actId="700"/>
          <ac:spMkLst>
            <pc:docMk/>
            <pc:sldMk cId="1985848771" sldId="527"/>
            <ac:spMk id="5" creationId="{12341859-8690-4D4E-A3E3-078F63FDCB03}"/>
          </ac:spMkLst>
        </pc:spChg>
        <pc:spChg chg="del">
          <ac:chgData name="Rishabh Thapliyal" userId="368b16fe-05c0-4215-83a5-b415b40e56f1" providerId="ADAL" clId="{0CD0ECD0-572F-4956-9F55-FCE5953347F4}" dt="2021-07-19T14:32:02.287" v="5335" actId="700"/>
          <ac:spMkLst>
            <pc:docMk/>
            <pc:sldMk cId="1985848771" sldId="527"/>
            <ac:spMk id="6" creationId="{39569C76-D0ED-4423-B68C-B755E9802A51}"/>
          </ac:spMkLst>
        </pc:spChg>
        <pc:spChg chg="add mod ord">
          <ac:chgData name="Rishabh Thapliyal" userId="368b16fe-05c0-4215-83a5-b415b40e56f1" providerId="ADAL" clId="{0CD0ECD0-572F-4956-9F55-FCE5953347F4}" dt="2021-07-19T14:45:46.224" v="5465" actId="13822"/>
          <ac:spMkLst>
            <pc:docMk/>
            <pc:sldMk cId="1985848771" sldId="527"/>
            <ac:spMk id="7" creationId="{717C7AEF-498E-48E6-B22D-1D0E78A04190}"/>
          </ac:spMkLst>
        </pc:spChg>
        <pc:spChg chg="add del mod ord">
          <ac:chgData name="Rishabh Thapliyal" userId="368b16fe-05c0-4215-83a5-b415b40e56f1" providerId="ADAL" clId="{0CD0ECD0-572F-4956-9F55-FCE5953347F4}" dt="2021-07-19T14:35:07.189" v="5408"/>
          <ac:spMkLst>
            <pc:docMk/>
            <pc:sldMk cId="1985848771" sldId="527"/>
            <ac:spMk id="8" creationId="{CCB08F98-7AAB-4D86-BDAD-07A4548F5AE7}"/>
          </ac:spMkLst>
        </pc:spChg>
        <pc:spChg chg="add mod">
          <ac:chgData name="Rishabh Thapliyal" userId="368b16fe-05c0-4215-83a5-b415b40e56f1" providerId="ADAL" clId="{0CD0ECD0-572F-4956-9F55-FCE5953347F4}" dt="2021-07-21T09:59:14.005" v="8021" actId="27636"/>
          <ac:spMkLst>
            <pc:docMk/>
            <pc:sldMk cId="1985848771" sldId="527"/>
            <ac:spMk id="9" creationId="{1A316BEA-72D7-4450-B00B-40C83067684C}"/>
          </ac:spMkLst>
        </pc:spChg>
        <pc:spChg chg="add mod">
          <ac:chgData name="Rishabh Thapliyal" userId="368b16fe-05c0-4215-83a5-b415b40e56f1" providerId="ADAL" clId="{0CD0ECD0-572F-4956-9F55-FCE5953347F4}" dt="2021-07-21T09:59:30.009" v="8022" actId="1076"/>
          <ac:spMkLst>
            <pc:docMk/>
            <pc:sldMk cId="1985848771" sldId="527"/>
            <ac:spMk id="11" creationId="{B2B33C1E-C402-4B12-ACFE-1A2732F33F5A}"/>
          </ac:spMkLst>
        </pc:spChg>
        <pc:graphicFrameChg chg="add mod modGraphic">
          <ac:chgData name="Rishabh Thapliyal" userId="368b16fe-05c0-4215-83a5-b415b40e56f1" providerId="ADAL" clId="{0CD0ECD0-572F-4956-9F55-FCE5953347F4}" dt="2021-07-21T10:02:51.836" v="8059" actId="1076"/>
          <ac:graphicFrameMkLst>
            <pc:docMk/>
            <pc:sldMk cId="1985848771" sldId="527"/>
            <ac:graphicFrameMk id="4" creationId="{3DE5E85E-E3E5-469A-9D1A-AB15A3481C46}"/>
          </ac:graphicFrameMkLst>
        </pc:graphicFrameChg>
        <pc:graphicFrameChg chg="add mod modGraphic">
          <ac:chgData name="Rishabh Thapliyal" userId="368b16fe-05c0-4215-83a5-b415b40e56f1" providerId="ADAL" clId="{0CD0ECD0-572F-4956-9F55-FCE5953347F4}" dt="2021-07-21T09:59:51.232" v="8036" actId="14734"/>
          <ac:graphicFrameMkLst>
            <pc:docMk/>
            <pc:sldMk cId="1985848771" sldId="527"/>
            <ac:graphicFrameMk id="10" creationId="{B0639167-FE0E-44DA-9003-2C064EB662E1}"/>
          </ac:graphicFrameMkLst>
        </pc:graphicFrameChg>
      </pc:sldChg>
      <pc:sldChg chg="addSp delSp modSp new mod setBg modClrScheme modAnim chgLayout">
        <pc:chgData name="Rishabh Thapliyal" userId="368b16fe-05c0-4215-83a5-b415b40e56f1" providerId="ADAL" clId="{0CD0ECD0-572F-4956-9F55-FCE5953347F4}" dt="2021-07-21T08:09:31.434" v="7372"/>
        <pc:sldMkLst>
          <pc:docMk/>
          <pc:sldMk cId="1075818402" sldId="528"/>
        </pc:sldMkLst>
        <pc:spChg chg="add del mod ord">
          <ac:chgData name="Rishabh Thapliyal" userId="368b16fe-05c0-4215-83a5-b415b40e56f1" providerId="ADAL" clId="{0CD0ECD0-572F-4956-9F55-FCE5953347F4}" dt="2021-07-21T07:57:40.029" v="7302" actId="26606"/>
          <ac:spMkLst>
            <pc:docMk/>
            <pc:sldMk cId="1075818402" sldId="528"/>
            <ac:spMk id="2" creationId="{9961D71B-EA08-409E-A3FD-EB6FE038D3A2}"/>
          </ac:spMkLst>
        </pc:spChg>
        <pc:spChg chg="add del mod ord">
          <ac:chgData name="Rishabh Thapliyal" userId="368b16fe-05c0-4215-83a5-b415b40e56f1" providerId="ADAL" clId="{0CD0ECD0-572F-4956-9F55-FCE5953347F4}" dt="2021-07-21T07:57:40.029" v="7302" actId="26606"/>
          <ac:spMkLst>
            <pc:docMk/>
            <pc:sldMk cId="1075818402" sldId="528"/>
            <ac:spMk id="3" creationId="{80C07D7C-830E-4CAB-9D55-024B94FE0772}"/>
          </ac:spMkLst>
        </pc:spChg>
        <pc:spChg chg="add del mod ord">
          <ac:chgData name="Rishabh Thapliyal" userId="368b16fe-05c0-4215-83a5-b415b40e56f1" providerId="ADAL" clId="{0CD0ECD0-572F-4956-9F55-FCE5953347F4}" dt="2021-07-21T07:57:33.337" v="7301" actId="700"/>
          <ac:spMkLst>
            <pc:docMk/>
            <pc:sldMk cId="1075818402" sldId="528"/>
            <ac:spMk id="4" creationId="{12EF1C36-D76F-4774-99A8-3778EC4EC2DA}"/>
          </ac:spMkLst>
        </pc:spChg>
        <pc:spChg chg="add del mod ord">
          <ac:chgData name="Rishabh Thapliyal" userId="368b16fe-05c0-4215-83a5-b415b40e56f1" providerId="ADAL" clId="{0CD0ECD0-572F-4956-9F55-FCE5953347F4}" dt="2021-07-21T07:57:33.337" v="7301" actId="700"/>
          <ac:spMkLst>
            <pc:docMk/>
            <pc:sldMk cId="1075818402" sldId="528"/>
            <ac:spMk id="5" creationId="{D829A364-0202-4205-B4CF-DCED1293CEE6}"/>
          </ac:spMkLst>
        </pc:spChg>
        <pc:spChg chg="add mod">
          <ac:chgData name="Rishabh Thapliyal" userId="368b16fe-05c0-4215-83a5-b415b40e56f1" providerId="ADAL" clId="{0CD0ECD0-572F-4956-9F55-FCE5953347F4}" dt="2021-07-21T08:08:26.520" v="7368" actId="1076"/>
          <ac:spMkLst>
            <pc:docMk/>
            <pc:sldMk cId="1075818402" sldId="528"/>
            <ac:spMk id="6" creationId="{1C97C03F-F8D9-46AB-BF36-430E0A5C124C}"/>
          </ac:spMkLst>
        </pc:spChg>
        <pc:spChg chg="add mod">
          <ac:chgData name="Rishabh Thapliyal" userId="368b16fe-05c0-4215-83a5-b415b40e56f1" providerId="ADAL" clId="{0CD0ECD0-572F-4956-9F55-FCE5953347F4}" dt="2021-07-21T08:02:51.750" v="7361" actId="1076"/>
          <ac:spMkLst>
            <pc:docMk/>
            <pc:sldMk cId="1075818402" sldId="528"/>
            <ac:spMk id="7" creationId="{BBD28C04-709E-485F-A456-B5462A8DAD08}"/>
          </ac:spMkLst>
        </pc:spChg>
        <pc:spChg chg="add del mod">
          <ac:chgData name="Rishabh Thapliyal" userId="368b16fe-05c0-4215-83a5-b415b40e56f1" providerId="ADAL" clId="{0CD0ECD0-572F-4956-9F55-FCE5953347F4}" dt="2021-07-21T08:02:46.887" v="7360" actId="478"/>
          <ac:spMkLst>
            <pc:docMk/>
            <pc:sldMk cId="1075818402" sldId="528"/>
            <ac:spMk id="8" creationId="{F78DD517-B986-417C-B76B-2ABA6092B779}"/>
          </ac:spMkLst>
        </pc:spChg>
        <pc:spChg chg="add del mod">
          <ac:chgData name="Rishabh Thapliyal" userId="368b16fe-05c0-4215-83a5-b415b40e56f1" providerId="ADAL" clId="{0CD0ECD0-572F-4956-9F55-FCE5953347F4}" dt="2021-07-21T08:02:54.155" v="7362" actId="478"/>
          <ac:spMkLst>
            <pc:docMk/>
            <pc:sldMk cId="1075818402" sldId="528"/>
            <ac:spMk id="10" creationId="{105A2D26-AF71-4EA8-B9ED-2F81C670B0A9}"/>
          </ac:spMkLst>
        </pc:spChg>
      </pc:sldChg>
      <pc:sldChg chg="new del">
        <pc:chgData name="Rishabh Thapliyal" userId="368b16fe-05c0-4215-83a5-b415b40e56f1" providerId="ADAL" clId="{0CD0ECD0-572F-4956-9F55-FCE5953347F4}" dt="2021-07-21T10:00:57.561" v="8039" actId="47"/>
        <pc:sldMkLst>
          <pc:docMk/>
          <pc:sldMk cId="1516191686" sldId="529"/>
        </pc:sldMkLst>
      </pc:sldChg>
      <pc:sldMasterChg chg="delSldLayout">
        <pc:chgData name="Rishabh Thapliyal" userId="368b16fe-05c0-4215-83a5-b415b40e56f1" providerId="ADAL" clId="{0CD0ECD0-572F-4956-9F55-FCE5953347F4}" dt="2021-07-19T03:27:36.670" v="2" actId="18676"/>
        <pc:sldMasterMkLst>
          <pc:docMk/>
          <pc:sldMasterMk cId="457467921" sldId="2147483663"/>
        </pc:sldMasterMkLst>
        <pc:sldLayoutChg chg="del">
          <pc:chgData name="Rishabh Thapliyal" userId="368b16fe-05c0-4215-83a5-b415b40e56f1" providerId="ADAL" clId="{0CD0ECD0-572F-4956-9F55-FCE5953347F4}" dt="2021-07-19T03:27:36.670" v="2" actId="18676"/>
          <pc:sldLayoutMkLst>
            <pc:docMk/>
            <pc:sldMasterMk cId="457467921" sldId="2147483663"/>
            <pc:sldLayoutMk cId="2287100555" sldId="2147483671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0A90E3-6C67-408C-B38C-093155F049B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FE3B2CB-1A3D-47B1-B8DA-478D198F7CEF}">
      <dgm:prSet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0" dirty="0"/>
            <a:t>Removing numbers and special characters</a:t>
          </a:r>
          <a:endParaRPr lang="en-US" dirty="0"/>
        </a:p>
      </dgm:t>
    </dgm:pt>
    <dgm:pt modelId="{14BF5639-2E35-4EA6-A9F3-D4A5EB586525}" type="parTrans" cxnId="{244A5AED-86E6-423C-BADB-B63495CB3143}">
      <dgm:prSet/>
      <dgm:spPr/>
      <dgm:t>
        <a:bodyPr/>
        <a:lstStyle/>
        <a:p>
          <a:endParaRPr lang="en-US"/>
        </a:p>
      </dgm:t>
    </dgm:pt>
    <dgm:pt modelId="{5ACCF508-BC7A-4677-B0D4-7C2900EE668D}" type="sibTrans" cxnId="{244A5AED-86E6-423C-BADB-B63495CB3143}">
      <dgm:prSet/>
      <dgm:spPr/>
      <dgm:t>
        <a:bodyPr/>
        <a:lstStyle/>
        <a:p>
          <a:endParaRPr lang="en-US"/>
        </a:p>
      </dgm:t>
    </dgm:pt>
    <dgm:pt modelId="{F2F0A8B5-10F0-4621-B4C5-B44F4F293016}">
      <dgm:prSet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Removing stopwords</a:t>
          </a:r>
        </a:p>
      </dgm:t>
    </dgm:pt>
    <dgm:pt modelId="{7A1A2835-25D3-4DE6-8AA5-9AF134945BD5}" type="parTrans" cxnId="{E8C9AE21-EA5D-4C6F-ABA2-0E8C2D488190}">
      <dgm:prSet/>
      <dgm:spPr/>
      <dgm:t>
        <a:bodyPr/>
        <a:lstStyle/>
        <a:p>
          <a:endParaRPr lang="en-US"/>
        </a:p>
      </dgm:t>
    </dgm:pt>
    <dgm:pt modelId="{E41E0E4B-F74D-4A06-B649-1135A9C93A47}" type="sibTrans" cxnId="{E8C9AE21-EA5D-4C6F-ABA2-0E8C2D488190}">
      <dgm:prSet/>
      <dgm:spPr/>
      <dgm:t>
        <a:bodyPr/>
        <a:lstStyle/>
        <a:p>
          <a:endParaRPr lang="en-US"/>
        </a:p>
      </dgm:t>
    </dgm:pt>
    <dgm:pt modelId="{A82E1091-654D-4DF5-ABAE-2CF45B8F7555}">
      <dgm:prSet>
        <dgm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Lemmatization</a:t>
          </a:r>
        </a:p>
      </dgm:t>
    </dgm:pt>
    <dgm:pt modelId="{B6E9DEB3-9323-4601-887A-63853E3A806F}" type="parTrans" cxnId="{0F3E494A-0C6B-40DA-8576-5E94D43E038C}">
      <dgm:prSet/>
      <dgm:spPr/>
      <dgm:t>
        <a:bodyPr/>
        <a:lstStyle/>
        <a:p>
          <a:endParaRPr lang="en-US"/>
        </a:p>
      </dgm:t>
    </dgm:pt>
    <dgm:pt modelId="{46118F4E-7B98-49DD-9A8A-D59E10D19680}" type="sibTrans" cxnId="{0F3E494A-0C6B-40DA-8576-5E94D43E038C}">
      <dgm:prSet/>
      <dgm:spPr/>
      <dgm:t>
        <a:bodyPr/>
        <a:lstStyle/>
        <a:p>
          <a:endParaRPr lang="en-US"/>
        </a:p>
      </dgm:t>
    </dgm:pt>
    <dgm:pt modelId="{6E8F61A9-C993-4CF9-851F-474FD092AF44}">
      <dgm:prSet>
        <dgm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Spell correction</a:t>
          </a:r>
        </a:p>
      </dgm:t>
    </dgm:pt>
    <dgm:pt modelId="{7C183FDD-FF98-4792-825F-A4DE595082DD}" type="parTrans" cxnId="{6D13556D-7631-47DF-98A9-148EB7D92334}">
      <dgm:prSet/>
      <dgm:spPr/>
      <dgm:t>
        <a:bodyPr/>
        <a:lstStyle/>
        <a:p>
          <a:endParaRPr lang="en-US"/>
        </a:p>
      </dgm:t>
    </dgm:pt>
    <dgm:pt modelId="{15304B33-CD09-4FA9-80CF-9AE1FAA2A708}" type="sibTrans" cxnId="{6D13556D-7631-47DF-98A9-148EB7D92334}">
      <dgm:prSet/>
      <dgm:spPr/>
      <dgm:t>
        <a:bodyPr/>
        <a:lstStyle/>
        <a:p>
          <a:endParaRPr lang="en-US"/>
        </a:p>
      </dgm:t>
    </dgm:pt>
    <dgm:pt modelId="{3FF083B5-9E6C-43A7-ACDC-52A5DD4812F5}">
      <dgm:prSet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Remove &lt; 3 char words</a:t>
          </a:r>
        </a:p>
      </dgm:t>
    </dgm:pt>
    <dgm:pt modelId="{6B0C93F0-2389-49E0-8CEF-6B6685C418C1}" type="parTrans" cxnId="{A17BCAED-42D3-4CDA-BD50-A8C46002E4BD}">
      <dgm:prSet/>
      <dgm:spPr/>
      <dgm:t>
        <a:bodyPr/>
        <a:lstStyle/>
        <a:p>
          <a:endParaRPr lang="en-US"/>
        </a:p>
      </dgm:t>
    </dgm:pt>
    <dgm:pt modelId="{66E1F889-013D-455B-ACB9-4D7FE4A22290}" type="sibTrans" cxnId="{A17BCAED-42D3-4CDA-BD50-A8C46002E4BD}">
      <dgm:prSet/>
      <dgm:spPr/>
      <dgm:t>
        <a:bodyPr/>
        <a:lstStyle/>
        <a:p>
          <a:endParaRPr lang="en-US"/>
        </a:p>
      </dgm:t>
    </dgm:pt>
    <dgm:pt modelId="{379E087C-DADE-47D9-9EA8-81BA97D01F48}">
      <dgm:prSet>
        <dgm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Remove noise words</a:t>
          </a:r>
        </a:p>
      </dgm:t>
    </dgm:pt>
    <dgm:pt modelId="{54AAB72E-D5E8-4278-8532-27E7F9AB7196}" type="parTrans" cxnId="{944E96AE-E678-4BA0-949E-39CB856BC410}">
      <dgm:prSet/>
      <dgm:spPr/>
      <dgm:t>
        <a:bodyPr/>
        <a:lstStyle/>
        <a:p>
          <a:endParaRPr lang="en-US"/>
        </a:p>
      </dgm:t>
    </dgm:pt>
    <dgm:pt modelId="{E87C5745-9542-464E-B581-2B91EB4FDD8D}" type="sibTrans" cxnId="{944E96AE-E678-4BA0-949E-39CB856BC410}">
      <dgm:prSet/>
      <dgm:spPr/>
      <dgm:t>
        <a:bodyPr/>
        <a:lstStyle/>
        <a:p>
          <a:endParaRPr lang="en-US"/>
        </a:p>
      </dgm:t>
    </dgm:pt>
    <dgm:pt modelId="{EE95E344-26A5-4BE7-BC86-FFA687CCE42D}" type="pres">
      <dgm:prSet presAssocID="{DE0A90E3-6C67-408C-B38C-093155F049B2}" presName="Name0" presStyleCnt="0">
        <dgm:presLayoutVars>
          <dgm:dir/>
          <dgm:resizeHandles val="exact"/>
        </dgm:presLayoutVars>
      </dgm:prSet>
      <dgm:spPr/>
    </dgm:pt>
    <dgm:pt modelId="{0E019676-5872-4BA6-9A0A-C61BC62B872C}" type="pres">
      <dgm:prSet presAssocID="{CFE3B2CB-1A3D-47B1-B8DA-478D198F7CEF}" presName="node" presStyleLbl="node1" presStyleIdx="0" presStyleCnt="6" custScaleX="143169">
        <dgm:presLayoutVars>
          <dgm:bulletEnabled val="1"/>
        </dgm:presLayoutVars>
      </dgm:prSet>
      <dgm:spPr/>
    </dgm:pt>
    <dgm:pt modelId="{B7349D2A-A0EB-454C-8A6F-F91452F5B8CA}" type="pres">
      <dgm:prSet presAssocID="{5ACCF508-BC7A-4677-B0D4-7C2900EE668D}" presName="sibTrans" presStyleLbl="sibTrans2D1" presStyleIdx="0" presStyleCnt="5"/>
      <dgm:spPr/>
    </dgm:pt>
    <dgm:pt modelId="{EB79B1DD-196F-4331-8072-2AD5A05E9394}" type="pres">
      <dgm:prSet presAssocID="{5ACCF508-BC7A-4677-B0D4-7C2900EE668D}" presName="connectorText" presStyleLbl="sibTrans2D1" presStyleIdx="0" presStyleCnt="5"/>
      <dgm:spPr/>
    </dgm:pt>
    <dgm:pt modelId="{473587DA-D267-42B5-B3B3-3F381CA3D07F}" type="pres">
      <dgm:prSet presAssocID="{6E8F61A9-C993-4CF9-851F-474FD092AF44}" presName="node" presStyleLbl="node1" presStyleIdx="1" presStyleCnt="6">
        <dgm:presLayoutVars>
          <dgm:bulletEnabled val="1"/>
        </dgm:presLayoutVars>
      </dgm:prSet>
      <dgm:spPr/>
    </dgm:pt>
    <dgm:pt modelId="{E26B665A-2294-4D1C-BA28-3EBF92F8DD6A}" type="pres">
      <dgm:prSet presAssocID="{15304B33-CD09-4FA9-80CF-9AE1FAA2A708}" presName="sibTrans" presStyleLbl="sibTrans2D1" presStyleIdx="1" presStyleCnt="5"/>
      <dgm:spPr/>
    </dgm:pt>
    <dgm:pt modelId="{EDF5F780-88CF-4947-BF3C-677ED2C1FCE8}" type="pres">
      <dgm:prSet presAssocID="{15304B33-CD09-4FA9-80CF-9AE1FAA2A708}" presName="connectorText" presStyleLbl="sibTrans2D1" presStyleIdx="1" presStyleCnt="5"/>
      <dgm:spPr/>
    </dgm:pt>
    <dgm:pt modelId="{709BD668-D2A2-461A-8717-D9760A33D50D}" type="pres">
      <dgm:prSet presAssocID="{F2F0A8B5-10F0-4621-B4C5-B44F4F293016}" presName="node" presStyleLbl="node1" presStyleIdx="2" presStyleCnt="6">
        <dgm:presLayoutVars>
          <dgm:bulletEnabled val="1"/>
        </dgm:presLayoutVars>
      </dgm:prSet>
      <dgm:spPr/>
    </dgm:pt>
    <dgm:pt modelId="{0F9217C8-5648-4F4B-A90E-EB1622899FA3}" type="pres">
      <dgm:prSet presAssocID="{E41E0E4B-F74D-4A06-B649-1135A9C93A47}" presName="sibTrans" presStyleLbl="sibTrans2D1" presStyleIdx="2" presStyleCnt="5"/>
      <dgm:spPr/>
    </dgm:pt>
    <dgm:pt modelId="{B18A42AB-89A2-428F-9DC2-8E00161DF875}" type="pres">
      <dgm:prSet presAssocID="{E41E0E4B-F74D-4A06-B649-1135A9C93A47}" presName="connectorText" presStyleLbl="sibTrans2D1" presStyleIdx="2" presStyleCnt="5"/>
      <dgm:spPr/>
    </dgm:pt>
    <dgm:pt modelId="{4ED60951-8A6D-496E-857C-060C6300F7E2}" type="pres">
      <dgm:prSet presAssocID="{A82E1091-654D-4DF5-ABAE-2CF45B8F7555}" presName="node" presStyleLbl="node1" presStyleIdx="3" presStyleCnt="6">
        <dgm:presLayoutVars>
          <dgm:bulletEnabled val="1"/>
        </dgm:presLayoutVars>
      </dgm:prSet>
      <dgm:spPr/>
    </dgm:pt>
    <dgm:pt modelId="{2CE4962C-F97D-4686-9576-C1A485398F96}" type="pres">
      <dgm:prSet presAssocID="{46118F4E-7B98-49DD-9A8A-D59E10D19680}" presName="sibTrans" presStyleLbl="sibTrans2D1" presStyleIdx="3" presStyleCnt="5"/>
      <dgm:spPr/>
    </dgm:pt>
    <dgm:pt modelId="{434C4E68-5D4F-48E9-8263-D8CF6758A7B9}" type="pres">
      <dgm:prSet presAssocID="{46118F4E-7B98-49DD-9A8A-D59E10D19680}" presName="connectorText" presStyleLbl="sibTrans2D1" presStyleIdx="3" presStyleCnt="5"/>
      <dgm:spPr/>
    </dgm:pt>
    <dgm:pt modelId="{BBB44CC5-2AFC-402C-BE88-28EA6ABF8638}" type="pres">
      <dgm:prSet presAssocID="{3FF083B5-9E6C-43A7-ACDC-52A5DD4812F5}" presName="node" presStyleLbl="node1" presStyleIdx="4" presStyleCnt="6">
        <dgm:presLayoutVars>
          <dgm:bulletEnabled val="1"/>
        </dgm:presLayoutVars>
      </dgm:prSet>
      <dgm:spPr/>
    </dgm:pt>
    <dgm:pt modelId="{CF5B8A9E-4B03-40B0-8473-51DEF43F56FE}" type="pres">
      <dgm:prSet presAssocID="{66E1F889-013D-455B-ACB9-4D7FE4A22290}" presName="sibTrans" presStyleLbl="sibTrans2D1" presStyleIdx="4" presStyleCnt="5"/>
      <dgm:spPr/>
    </dgm:pt>
    <dgm:pt modelId="{DE210FA1-67E1-4DA7-9F11-38A73CD9BC57}" type="pres">
      <dgm:prSet presAssocID="{66E1F889-013D-455B-ACB9-4D7FE4A22290}" presName="connectorText" presStyleLbl="sibTrans2D1" presStyleIdx="4" presStyleCnt="5"/>
      <dgm:spPr/>
    </dgm:pt>
    <dgm:pt modelId="{A4A7549E-B6F2-4E36-8220-A9594F1D1D78}" type="pres">
      <dgm:prSet presAssocID="{379E087C-DADE-47D9-9EA8-81BA97D01F48}" presName="node" presStyleLbl="node1" presStyleIdx="5" presStyleCnt="6">
        <dgm:presLayoutVars>
          <dgm:bulletEnabled val="1"/>
        </dgm:presLayoutVars>
      </dgm:prSet>
      <dgm:spPr/>
    </dgm:pt>
  </dgm:ptLst>
  <dgm:cxnLst>
    <dgm:cxn modelId="{6FDB0511-8442-45E0-83F4-D5F4924FBBD2}" type="presOf" srcId="{E41E0E4B-F74D-4A06-B649-1135A9C93A47}" destId="{0F9217C8-5648-4F4B-A90E-EB1622899FA3}" srcOrd="0" destOrd="0" presId="urn:microsoft.com/office/officeart/2005/8/layout/process1"/>
    <dgm:cxn modelId="{F47CE311-8B7A-4012-B1F3-6F8211392C3B}" type="presOf" srcId="{6E8F61A9-C993-4CF9-851F-474FD092AF44}" destId="{473587DA-D267-42B5-B3B3-3F381CA3D07F}" srcOrd="0" destOrd="0" presId="urn:microsoft.com/office/officeart/2005/8/layout/process1"/>
    <dgm:cxn modelId="{0B75A11B-A2E3-4519-9896-2FB7C26AB77F}" type="presOf" srcId="{DE0A90E3-6C67-408C-B38C-093155F049B2}" destId="{EE95E344-26A5-4BE7-BC86-FFA687CCE42D}" srcOrd="0" destOrd="0" presId="urn:microsoft.com/office/officeart/2005/8/layout/process1"/>
    <dgm:cxn modelId="{E8C9AE21-EA5D-4C6F-ABA2-0E8C2D488190}" srcId="{DE0A90E3-6C67-408C-B38C-093155F049B2}" destId="{F2F0A8B5-10F0-4621-B4C5-B44F4F293016}" srcOrd="2" destOrd="0" parTransId="{7A1A2835-25D3-4DE6-8AA5-9AF134945BD5}" sibTransId="{E41E0E4B-F74D-4A06-B649-1135A9C93A47}"/>
    <dgm:cxn modelId="{DF52C663-CD78-4362-A5F2-A8148E2AF993}" type="presOf" srcId="{5ACCF508-BC7A-4677-B0D4-7C2900EE668D}" destId="{B7349D2A-A0EB-454C-8A6F-F91452F5B8CA}" srcOrd="0" destOrd="0" presId="urn:microsoft.com/office/officeart/2005/8/layout/process1"/>
    <dgm:cxn modelId="{97D33945-2AB8-4E97-9D00-D42414CC3EB1}" type="presOf" srcId="{F2F0A8B5-10F0-4621-B4C5-B44F4F293016}" destId="{709BD668-D2A2-461A-8717-D9760A33D50D}" srcOrd="0" destOrd="0" presId="urn:microsoft.com/office/officeart/2005/8/layout/process1"/>
    <dgm:cxn modelId="{0F3E494A-0C6B-40DA-8576-5E94D43E038C}" srcId="{DE0A90E3-6C67-408C-B38C-093155F049B2}" destId="{A82E1091-654D-4DF5-ABAE-2CF45B8F7555}" srcOrd="3" destOrd="0" parTransId="{B6E9DEB3-9323-4601-887A-63853E3A806F}" sibTransId="{46118F4E-7B98-49DD-9A8A-D59E10D19680}"/>
    <dgm:cxn modelId="{6D13556D-7631-47DF-98A9-148EB7D92334}" srcId="{DE0A90E3-6C67-408C-B38C-093155F049B2}" destId="{6E8F61A9-C993-4CF9-851F-474FD092AF44}" srcOrd="1" destOrd="0" parTransId="{7C183FDD-FF98-4792-825F-A4DE595082DD}" sibTransId="{15304B33-CD09-4FA9-80CF-9AE1FAA2A708}"/>
    <dgm:cxn modelId="{24D60276-DC6A-4224-987A-C7499DABD19B}" type="presOf" srcId="{A82E1091-654D-4DF5-ABAE-2CF45B8F7555}" destId="{4ED60951-8A6D-496E-857C-060C6300F7E2}" srcOrd="0" destOrd="0" presId="urn:microsoft.com/office/officeart/2005/8/layout/process1"/>
    <dgm:cxn modelId="{5362CF76-DBB5-4610-B7FA-9A842AB47C5F}" type="presOf" srcId="{46118F4E-7B98-49DD-9A8A-D59E10D19680}" destId="{434C4E68-5D4F-48E9-8263-D8CF6758A7B9}" srcOrd="1" destOrd="0" presId="urn:microsoft.com/office/officeart/2005/8/layout/process1"/>
    <dgm:cxn modelId="{36F63C95-EAA8-4F55-BBFC-A6B9A057F47A}" type="presOf" srcId="{46118F4E-7B98-49DD-9A8A-D59E10D19680}" destId="{2CE4962C-F97D-4686-9576-C1A485398F96}" srcOrd="0" destOrd="0" presId="urn:microsoft.com/office/officeart/2005/8/layout/process1"/>
    <dgm:cxn modelId="{70F63F9B-0130-4847-BA65-88055E1EF7D7}" type="presOf" srcId="{66E1F889-013D-455B-ACB9-4D7FE4A22290}" destId="{CF5B8A9E-4B03-40B0-8473-51DEF43F56FE}" srcOrd="0" destOrd="0" presId="urn:microsoft.com/office/officeart/2005/8/layout/process1"/>
    <dgm:cxn modelId="{89667A9D-33A2-48DE-A142-AAACF915BD27}" type="presOf" srcId="{66E1F889-013D-455B-ACB9-4D7FE4A22290}" destId="{DE210FA1-67E1-4DA7-9F11-38A73CD9BC57}" srcOrd="1" destOrd="0" presId="urn:microsoft.com/office/officeart/2005/8/layout/process1"/>
    <dgm:cxn modelId="{944E96AE-E678-4BA0-949E-39CB856BC410}" srcId="{DE0A90E3-6C67-408C-B38C-093155F049B2}" destId="{379E087C-DADE-47D9-9EA8-81BA97D01F48}" srcOrd="5" destOrd="0" parTransId="{54AAB72E-D5E8-4278-8532-27E7F9AB7196}" sibTransId="{E87C5745-9542-464E-B581-2B91EB4FDD8D}"/>
    <dgm:cxn modelId="{31C43ABF-973C-431F-8699-C7D4B664EC14}" type="presOf" srcId="{5ACCF508-BC7A-4677-B0D4-7C2900EE668D}" destId="{EB79B1DD-196F-4331-8072-2AD5A05E9394}" srcOrd="1" destOrd="0" presId="urn:microsoft.com/office/officeart/2005/8/layout/process1"/>
    <dgm:cxn modelId="{ECFFA6DA-BF7B-45FD-BB84-AF38CBC9A892}" type="presOf" srcId="{15304B33-CD09-4FA9-80CF-9AE1FAA2A708}" destId="{E26B665A-2294-4D1C-BA28-3EBF92F8DD6A}" srcOrd="0" destOrd="0" presId="urn:microsoft.com/office/officeart/2005/8/layout/process1"/>
    <dgm:cxn modelId="{244A5AED-86E6-423C-BADB-B63495CB3143}" srcId="{DE0A90E3-6C67-408C-B38C-093155F049B2}" destId="{CFE3B2CB-1A3D-47B1-B8DA-478D198F7CEF}" srcOrd="0" destOrd="0" parTransId="{14BF5639-2E35-4EA6-A9F3-D4A5EB586525}" sibTransId="{5ACCF508-BC7A-4677-B0D4-7C2900EE668D}"/>
    <dgm:cxn modelId="{A17BCAED-42D3-4CDA-BD50-A8C46002E4BD}" srcId="{DE0A90E3-6C67-408C-B38C-093155F049B2}" destId="{3FF083B5-9E6C-43A7-ACDC-52A5DD4812F5}" srcOrd="4" destOrd="0" parTransId="{6B0C93F0-2389-49E0-8CEF-6B6685C418C1}" sibTransId="{66E1F889-013D-455B-ACB9-4D7FE4A22290}"/>
    <dgm:cxn modelId="{A6A7BDF1-42BA-4366-8A77-4325768ACD47}" type="presOf" srcId="{E41E0E4B-F74D-4A06-B649-1135A9C93A47}" destId="{B18A42AB-89A2-428F-9DC2-8E00161DF875}" srcOrd="1" destOrd="0" presId="urn:microsoft.com/office/officeart/2005/8/layout/process1"/>
    <dgm:cxn modelId="{47A0EDF6-A468-4503-A976-409D053E9590}" type="presOf" srcId="{CFE3B2CB-1A3D-47B1-B8DA-478D198F7CEF}" destId="{0E019676-5872-4BA6-9A0A-C61BC62B872C}" srcOrd="0" destOrd="0" presId="urn:microsoft.com/office/officeart/2005/8/layout/process1"/>
    <dgm:cxn modelId="{7A89E2F8-3DCA-41E3-97BE-A852ABCA54DA}" type="presOf" srcId="{379E087C-DADE-47D9-9EA8-81BA97D01F48}" destId="{A4A7549E-B6F2-4E36-8220-A9594F1D1D78}" srcOrd="0" destOrd="0" presId="urn:microsoft.com/office/officeart/2005/8/layout/process1"/>
    <dgm:cxn modelId="{4E5A59FA-1852-4D41-938B-C6EE41937F58}" type="presOf" srcId="{15304B33-CD09-4FA9-80CF-9AE1FAA2A708}" destId="{EDF5F780-88CF-4947-BF3C-677ED2C1FCE8}" srcOrd="1" destOrd="0" presId="urn:microsoft.com/office/officeart/2005/8/layout/process1"/>
    <dgm:cxn modelId="{FE093DFF-7464-4EC2-97E9-233CEADEF617}" type="presOf" srcId="{3FF083B5-9E6C-43A7-ACDC-52A5DD4812F5}" destId="{BBB44CC5-2AFC-402C-BE88-28EA6ABF8638}" srcOrd="0" destOrd="0" presId="urn:microsoft.com/office/officeart/2005/8/layout/process1"/>
    <dgm:cxn modelId="{FD5F416F-83B9-4B95-9F1D-C16CB55D6028}" type="presParOf" srcId="{EE95E344-26A5-4BE7-BC86-FFA687CCE42D}" destId="{0E019676-5872-4BA6-9A0A-C61BC62B872C}" srcOrd="0" destOrd="0" presId="urn:microsoft.com/office/officeart/2005/8/layout/process1"/>
    <dgm:cxn modelId="{AAA0725D-B717-4EF3-95D0-AC1F16350FE2}" type="presParOf" srcId="{EE95E344-26A5-4BE7-BC86-FFA687CCE42D}" destId="{B7349D2A-A0EB-454C-8A6F-F91452F5B8CA}" srcOrd="1" destOrd="0" presId="urn:microsoft.com/office/officeart/2005/8/layout/process1"/>
    <dgm:cxn modelId="{AD2E57C3-FF0E-4753-84C4-A6601D76DAD4}" type="presParOf" srcId="{B7349D2A-A0EB-454C-8A6F-F91452F5B8CA}" destId="{EB79B1DD-196F-4331-8072-2AD5A05E9394}" srcOrd="0" destOrd="0" presId="urn:microsoft.com/office/officeart/2005/8/layout/process1"/>
    <dgm:cxn modelId="{AB0640FF-38FF-4685-BC31-E5ED43A10A1D}" type="presParOf" srcId="{EE95E344-26A5-4BE7-BC86-FFA687CCE42D}" destId="{473587DA-D267-42B5-B3B3-3F381CA3D07F}" srcOrd="2" destOrd="0" presId="urn:microsoft.com/office/officeart/2005/8/layout/process1"/>
    <dgm:cxn modelId="{57267C29-728D-429F-A1AB-BC8E431C2ED9}" type="presParOf" srcId="{EE95E344-26A5-4BE7-BC86-FFA687CCE42D}" destId="{E26B665A-2294-4D1C-BA28-3EBF92F8DD6A}" srcOrd="3" destOrd="0" presId="urn:microsoft.com/office/officeart/2005/8/layout/process1"/>
    <dgm:cxn modelId="{5C772091-85CB-4350-B75F-5CA17F821A6A}" type="presParOf" srcId="{E26B665A-2294-4D1C-BA28-3EBF92F8DD6A}" destId="{EDF5F780-88CF-4947-BF3C-677ED2C1FCE8}" srcOrd="0" destOrd="0" presId="urn:microsoft.com/office/officeart/2005/8/layout/process1"/>
    <dgm:cxn modelId="{5D058C70-0785-4F89-8C90-6EE2917194D8}" type="presParOf" srcId="{EE95E344-26A5-4BE7-BC86-FFA687CCE42D}" destId="{709BD668-D2A2-461A-8717-D9760A33D50D}" srcOrd="4" destOrd="0" presId="urn:microsoft.com/office/officeart/2005/8/layout/process1"/>
    <dgm:cxn modelId="{49B91B5F-2941-4143-83C5-7149C9ABC7C7}" type="presParOf" srcId="{EE95E344-26A5-4BE7-BC86-FFA687CCE42D}" destId="{0F9217C8-5648-4F4B-A90E-EB1622899FA3}" srcOrd="5" destOrd="0" presId="urn:microsoft.com/office/officeart/2005/8/layout/process1"/>
    <dgm:cxn modelId="{35E9DDFB-E72C-4631-9561-E6AEA3CD34DB}" type="presParOf" srcId="{0F9217C8-5648-4F4B-A90E-EB1622899FA3}" destId="{B18A42AB-89A2-428F-9DC2-8E00161DF875}" srcOrd="0" destOrd="0" presId="urn:microsoft.com/office/officeart/2005/8/layout/process1"/>
    <dgm:cxn modelId="{68505DFC-40EF-442F-99F0-FCB00C11AAC9}" type="presParOf" srcId="{EE95E344-26A5-4BE7-BC86-FFA687CCE42D}" destId="{4ED60951-8A6D-496E-857C-060C6300F7E2}" srcOrd="6" destOrd="0" presId="urn:microsoft.com/office/officeart/2005/8/layout/process1"/>
    <dgm:cxn modelId="{3EDFA406-A2F5-4290-9DF8-52A0FEBAEF11}" type="presParOf" srcId="{EE95E344-26A5-4BE7-BC86-FFA687CCE42D}" destId="{2CE4962C-F97D-4686-9576-C1A485398F96}" srcOrd="7" destOrd="0" presId="urn:microsoft.com/office/officeart/2005/8/layout/process1"/>
    <dgm:cxn modelId="{D97F20B6-D495-48A1-92F6-8E5E450C1195}" type="presParOf" srcId="{2CE4962C-F97D-4686-9576-C1A485398F96}" destId="{434C4E68-5D4F-48E9-8263-D8CF6758A7B9}" srcOrd="0" destOrd="0" presId="urn:microsoft.com/office/officeart/2005/8/layout/process1"/>
    <dgm:cxn modelId="{CBD6BBB5-D8E5-43FA-A3BE-24637AF2D1DD}" type="presParOf" srcId="{EE95E344-26A5-4BE7-BC86-FFA687CCE42D}" destId="{BBB44CC5-2AFC-402C-BE88-28EA6ABF8638}" srcOrd="8" destOrd="0" presId="urn:microsoft.com/office/officeart/2005/8/layout/process1"/>
    <dgm:cxn modelId="{BB826DC3-F53D-4476-A189-980C6465E37A}" type="presParOf" srcId="{EE95E344-26A5-4BE7-BC86-FFA687CCE42D}" destId="{CF5B8A9E-4B03-40B0-8473-51DEF43F56FE}" srcOrd="9" destOrd="0" presId="urn:microsoft.com/office/officeart/2005/8/layout/process1"/>
    <dgm:cxn modelId="{E7C0AEA0-5A69-41FF-A99E-85EA22C5897E}" type="presParOf" srcId="{CF5B8A9E-4B03-40B0-8473-51DEF43F56FE}" destId="{DE210FA1-67E1-4DA7-9F11-38A73CD9BC57}" srcOrd="0" destOrd="0" presId="urn:microsoft.com/office/officeart/2005/8/layout/process1"/>
    <dgm:cxn modelId="{2DC0E652-5839-4A27-800A-3D97150AB451}" type="presParOf" srcId="{EE95E344-26A5-4BE7-BC86-FFA687CCE42D}" destId="{A4A7549E-B6F2-4E36-8220-A9594F1D1D78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374AC1B-0229-4FCD-995E-11CD9EE05285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0815E62-40C7-426E-80B2-52357025685F}">
      <dgm:prSet phldrT="[Text]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Spell check</a:t>
          </a:r>
        </a:p>
      </dgm:t>
    </dgm:pt>
    <dgm:pt modelId="{3F7F3A92-DB36-4A20-9FCE-AB9EFCCA8F52}" type="parTrans" cxnId="{FC378BE4-93B2-4157-90B1-9E6A67994B28}">
      <dgm:prSet/>
      <dgm:spPr/>
      <dgm:t>
        <a:bodyPr/>
        <a:lstStyle/>
        <a:p>
          <a:endParaRPr lang="en-US"/>
        </a:p>
      </dgm:t>
    </dgm:pt>
    <dgm:pt modelId="{56585C04-4917-4049-A1F6-BF9E0057DC16}" type="sibTrans" cxnId="{FC378BE4-93B2-4157-90B1-9E6A67994B28}">
      <dgm:prSet/>
      <dgm:spPr/>
      <dgm:t>
        <a:bodyPr/>
        <a:lstStyle/>
        <a:p>
          <a:endParaRPr lang="en-US"/>
        </a:p>
      </dgm:t>
    </dgm:pt>
    <dgm:pt modelId="{6567268A-7283-43D9-8B70-6539E37476ED}">
      <dgm:prSet phldrT="[Text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 err="1"/>
            <a:t>flavrd</a:t>
          </a:r>
          <a:r>
            <a:rPr lang="en-US" dirty="0"/>
            <a:t>-lord</a:t>
          </a:r>
        </a:p>
      </dgm:t>
    </dgm:pt>
    <dgm:pt modelId="{EC588BE3-ABB7-425B-80E2-C542342C605C}" type="parTrans" cxnId="{ADB33896-B4A3-43BB-AED4-131C84A21889}">
      <dgm:prSet/>
      <dgm:spPr/>
      <dgm:t>
        <a:bodyPr/>
        <a:lstStyle/>
        <a:p>
          <a:endParaRPr lang="en-US"/>
        </a:p>
      </dgm:t>
    </dgm:pt>
    <dgm:pt modelId="{994881F2-B5A6-4599-BED9-B7A329D24FF5}" type="sibTrans" cxnId="{ADB33896-B4A3-43BB-AED4-131C84A21889}">
      <dgm:prSet/>
      <dgm:spPr/>
      <dgm:t>
        <a:bodyPr/>
        <a:lstStyle/>
        <a:p>
          <a:endParaRPr lang="en-US"/>
        </a:p>
      </dgm:t>
    </dgm:pt>
    <dgm:pt modelId="{1A879961-A427-466F-B015-E92033E1110A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Auto-correct</a:t>
          </a:r>
        </a:p>
      </dgm:t>
    </dgm:pt>
    <dgm:pt modelId="{155A48C3-A5DB-48CF-A4B0-66A6E5A0C9E7}" type="parTrans" cxnId="{C4E2B39F-2E66-4D1E-BCA8-F007EB3CBAD6}">
      <dgm:prSet/>
      <dgm:spPr/>
      <dgm:t>
        <a:bodyPr/>
        <a:lstStyle/>
        <a:p>
          <a:endParaRPr lang="en-US"/>
        </a:p>
      </dgm:t>
    </dgm:pt>
    <dgm:pt modelId="{5C5A342F-2F51-4523-BB78-9317B118ABF3}" type="sibTrans" cxnId="{C4E2B39F-2E66-4D1E-BCA8-F007EB3CBAD6}">
      <dgm:prSet/>
      <dgm:spPr/>
      <dgm:t>
        <a:bodyPr/>
        <a:lstStyle/>
        <a:p>
          <a:endParaRPr lang="en-US"/>
        </a:p>
      </dgm:t>
    </dgm:pt>
    <dgm:pt modelId="{45DADA76-5F91-4ECD-966F-8B7867860347}">
      <dgm:prSet phldrT="[Text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caramel-cartel</a:t>
          </a:r>
        </a:p>
      </dgm:t>
    </dgm:pt>
    <dgm:pt modelId="{4047B0F5-48A6-4D3B-9FC4-A460C647DAC5}" type="parTrans" cxnId="{F4C12848-C854-401C-B658-DC7E570712A7}">
      <dgm:prSet/>
      <dgm:spPr/>
      <dgm:t>
        <a:bodyPr/>
        <a:lstStyle/>
        <a:p>
          <a:endParaRPr lang="en-US"/>
        </a:p>
      </dgm:t>
    </dgm:pt>
    <dgm:pt modelId="{2B6500F0-1432-439B-8DE2-1E6AB9D52265}" type="sibTrans" cxnId="{F4C12848-C854-401C-B658-DC7E570712A7}">
      <dgm:prSet/>
      <dgm:spPr/>
      <dgm:t>
        <a:bodyPr/>
        <a:lstStyle/>
        <a:p>
          <a:endParaRPr lang="en-US"/>
        </a:p>
      </dgm:t>
    </dgm:pt>
    <dgm:pt modelId="{F4DAC338-DBEE-44D7-8A9D-242ADF5499FA}">
      <dgm:prSet phldrT="[Text]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Textblob</a:t>
          </a:r>
        </a:p>
      </dgm:t>
    </dgm:pt>
    <dgm:pt modelId="{D5AA3B7C-90DD-401A-9006-D9480B8466D2}" type="parTrans" cxnId="{FA606F3A-9DF6-45F5-8B81-BB6F9AE1B628}">
      <dgm:prSet/>
      <dgm:spPr/>
      <dgm:t>
        <a:bodyPr/>
        <a:lstStyle/>
        <a:p>
          <a:endParaRPr lang="en-US"/>
        </a:p>
      </dgm:t>
    </dgm:pt>
    <dgm:pt modelId="{C0EF412A-20ED-4520-AD79-2C4E8F3D3BFD}" type="sibTrans" cxnId="{FA606F3A-9DF6-45F5-8B81-BB6F9AE1B628}">
      <dgm:prSet/>
      <dgm:spPr/>
      <dgm:t>
        <a:bodyPr/>
        <a:lstStyle/>
        <a:p>
          <a:endParaRPr lang="en-US"/>
        </a:p>
      </dgm:t>
    </dgm:pt>
    <dgm:pt modelId="{509105E0-7DD9-4791-AAFC-27F7268E347A}">
      <dgm:prSet phldrT="[Text]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burger-burgher</a:t>
          </a:r>
        </a:p>
      </dgm:t>
    </dgm:pt>
    <dgm:pt modelId="{6D348732-6256-4F76-A7D6-9F9D9EA1D5BC}" type="parTrans" cxnId="{6E7D797F-15EF-4F3D-9D75-38403CE07556}">
      <dgm:prSet/>
      <dgm:spPr/>
      <dgm:t>
        <a:bodyPr/>
        <a:lstStyle/>
        <a:p>
          <a:endParaRPr lang="en-US"/>
        </a:p>
      </dgm:t>
    </dgm:pt>
    <dgm:pt modelId="{463B3BC4-3FBE-4075-91BD-F69AFE4884F3}" type="sibTrans" cxnId="{6E7D797F-15EF-4F3D-9D75-38403CE07556}">
      <dgm:prSet/>
      <dgm:spPr/>
      <dgm:t>
        <a:bodyPr/>
        <a:lstStyle/>
        <a:p>
          <a:endParaRPr lang="en-US"/>
        </a:p>
      </dgm:t>
    </dgm:pt>
    <dgm:pt modelId="{79F6AAE6-76F2-4E19-991E-63B64A1F5EE7}">
      <dgm:prSet phldrT="[Text]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Snowball Stemming</a:t>
          </a:r>
        </a:p>
      </dgm:t>
    </dgm:pt>
    <dgm:pt modelId="{C846C2E0-6DC7-4EA1-A31B-A0ED7AFD77FA}" type="parTrans" cxnId="{DF96B6C8-674F-412E-8A5C-2C495ED4F6BA}">
      <dgm:prSet/>
      <dgm:spPr/>
      <dgm:t>
        <a:bodyPr/>
        <a:lstStyle/>
        <a:p>
          <a:endParaRPr lang="en-US"/>
        </a:p>
      </dgm:t>
    </dgm:pt>
    <dgm:pt modelId="{5D54641C-2BF1-4936-AD79-41C5C7934458}" type="sibTrans" cxnId="{DF96B6C8-674F-412E-8A5C-2C495ED4F6BA}">
      <dgm:prSet/>
      <dgm:spPr/>
      <dgm:t>
        <a:bodyPr/>
        <a:lstStyle/>
        <a:p>
          <a:endParaRPr lang="en-US"/>
        </a:p>
      </dgm:t>
    </dgm:pt>
    <dgm:pt modelId="{12F6538A-240C-4779-85A5-A70FCDBDADE6}">
      <dgm:prSet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/>
            <a:t>keylime-kylie</a:t>
          </a:r>
        </a:p>
      </dgm:t>
    </dgm:pt>
    <dgm:pt modelId="{31EDB47F-7490-4B60-A528-F8EB94ED96ED}" type="parTrans" cxnId="{18DFF1D0-766F-4EBB-9BDC-4B9F898D3417}">
      <dgm:prSet/>
      <dgm:spPr/>
      <dgm:t>
        <a:bodyPr/>
        <a:lstStyle/>
        <a:p>
          <a:endParaRPr lang="en-US"/>
        </a:p>
      </dgm:t>
    </dgm:pt>
    <dgm:pt modelId="{94CDF12A-CFB3-436F-B464-FC00B674C1B6}" type="sibTrans" cxnId="{18DFF1D0-766F-4EBB-9BDC-4B9F898D3417}">
      <dgm:prSet/>
      <dgm:spPr/>
      <dgm:t>
        <a:bodyPr/>
        <a:lstStyle/>
        <a:p>
          <a:endParaRPr lang="en-US"/>
        </a:p>
      </dgm:t>
    </dgm:pt>
    <dgm:pt modelId="{14442C80-365D-43F4-8C9C-C5E07D42DD18}">
      <dgm:prSet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/>
            <a:t>sunflwer-sunflower</a:t>
          </a:r>
        </a:p>
      </dgm:t>
    </dgm:pt>
    <dgm:pt modelId="{8428A40D-7DFE-40D5-8F56-27BA8E8F3BF7}" type="parTrans" cxnId="{D7D76620-CA9B-4C54-B90D-BCDC8901E757}">
      <dgm:prSet/>
      <dgm:spPr/>
      <dgm:t>
        <a:bodyPr/>
        <a:lstStyle/>
        <a:p>
          <a:endParaRPr lang="en-US"/>
        </a:p>
      </dgm:t>
    </dgm:pt>
    <dgm:pt modelId="{635A23E4-EBE3-41AA-9E64-E042B0F8E83E}" type="sibTrans" cxnId="{D7D76620-CA9B-4C54-B90D-BCDC8901E757}">
      <dgm:prSet/>
      <dgm:spPr/>
      <dgm:t>
        <a:bodyPr/>
        <a:lstStyle/>
        <a:p>
          <a:endParaRPr lang="en-US"/>
        </a:p>
      </dgm:t>
    </dgm:pt>
    <dgm:pt modelId="{EB82D994-1D29-4FAA-B75F-8CCE786F4D83}">
      <dgm:prSet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/>
            <a:t>caulicrmb-caulicrmb</a:t>
          </a:r>
        </a:p>
      </dgm:t>
    </dgm:pt>
    <dgm:pt modelId="{C7D4B719-64D3-4357-8ACB-C3DFEB15DEAA}" type="parTrans" cxnId="{26241C6D-E041-4411-8545-DAF48E024205}">
      <dgm:prSet/>
      <dgm:spPr/>
      <dgm:t>
        <a:bodyPr/>
        <a:lstStyle/>
        <a:p>
          <a:endParaRPr lang="en-US"/>
        </a:p>
      </dgm:t>
    </dgm:pt>
    <dgm:pt modelId="{5A3B4F7C-470D-467F-BC8C-D49729ACCEBF}" type="sibTrans" cxnId="{26241C6D-E041-4411-8545-DAF48E024205}">
      <dgm:prSet/>
      <dgm:spPr/>
      <dgm:t>
        <a:bodyPr/>
        <a:lstStyle/>
        <a:p>
          <a:endParaRPr lang="en-US"/>
        </a:p>
      </dgm:t>
    </dgm:pt>
    <dgm:pt modelId="{E62B5666-1421-4170-85DF-BE82CCCD7EBF}">
      <dgm:prSet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 err="1"/>
            <a:t>stayman-starman</a:t>
          </a:r>
          <a:endParaRPr lang="en-US" dirty="0"/>
        </a:p>
      </dgm:t>
    </dgm:pt>
    <dgm:pt modelId="{DA249958-C26D-410C-992D-4162A071141B}" type="parTrans" cxnId="{CCDA0BD9-E693-45D6-ACE8-FED19B833008}">
      <dgm:prSet/>
      <dgm:spPr/>
      <dgm:t>
        <a:bodyPr/>
        <a:lstStyle/>
        <a:p>
          <a:endParaRPr lang="en-US"/>
        </a:p>
      </dgm:t>
    </dgm:pt>
    <dgm:pt modelId="{4F03BB34-E691-47C8-825F-F82C484111E0}" type="sibTrans" cxnId="{CCDA0BD9-E693-45D6-ACE8-FED19B833008}">
      <dgm:prSet/>
      <dgm:spPr/>
      <dgm:t>
        <a:bodyPr/>
        <a:lstStyle/>
        <a:p>
          <a:endParaRPr lang="en-US"/>
        </a:p>
      </dgm:t>
    </dgm:pt>
    <dgm:pt modelId="{4646E2F7-CDB7-4DFF-8C9F-718998930F40}">
      <dgm:prSet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/>
            <a:t>xref-ref</a:t>
          </a:r>
        </a:p>
      </dgm:t>
    </dgm:pt>
    <dgm:pt modelId="{B569E134-F50E-4E85-BD59-EF71AFEB08A7}" type="parTrans" cxnId="{7E958010-08D2-4BFF-9447-548AE059927D}">
      <dgm:prSet/>
      <dgm:spPr/>
      <dgm:t>
        <a:bodyPr/>
        <a:lstStyle/>
        <a:p>
          <a:endParaRPr lang="en-US"/>
        </a:p>
      </dgm:t>
    </dgm:pt>
    <dgm:pt modelId="{6404063F-3AEC-4C8B-A47D-8B2D83FF0A4F}" type="sibTrans" cxnId="{7E958010-08D2-4BFF-9447-548AE059927D}">
      <dgm:prSet/>
      <dgm:spPr/>
      <dgm:t>
        <a:bodyPr/>
        <a:lstStyle/>
        <a:p>
          <a:endParaRPr lang="en-US"/>
        </a:p>
      </dgm:t>
    </dgm:pt>
    <dgm:pt modelId="{B272B85E-AB95-496B-BFFE-A4129E73BDC9}">
      <dgm:prSet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/>
            <a:t>braeburn-rayburn</a:t>
          </a:r>
        </a:p>
      </dgm:t>
    </dgm:pt>
    <dgm:pt modelId="{0B74FA95-AE3B-4EFF-B017-A8E93C51A3D6}" type="parTrans" cxnId="{1A5434F1-3D2D-4EEB-8FC4-4F478B300DA9}">
      <dgm:prSet/>
      <dgm:spPr/>
      <dgm:t>
        <a:bodyPr/>
        <a:lstStyle/>
        <a:p>
          <a:endParaRPr lang="en-US"/>
        </a:p>
      </dgm:t>
    </dgm:pt>
    <dgm:pt modelId="{8CD9788C-180D-4923-AC4D-B43B5A6192DB}" type="sibTrans" cxnId="{1A5434F1-3D2D-4EEB-8FC4-4F478B300DA9}">
      <dgm:prSet/>
      <dgm:spPr/>
      <dgm:t>
        <a:bodyPr/>
        <a:lstStyle/>
        <a:p>
          <a:endParaRPr lang="en-US"/>
        </a:p>
      </dgm:t>
    </dgm:pt>
    <dgm:pt modelId="{FB5A7AB4-A7B9-44AF-93DE-8637133B1BD9}">
      <dgm:prSet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 err="1"/>
            <a:t>pinkldy</a:t>
          </a:r>
          <a:r>
            <a:rPr lang="en-US" dirty="0"/>
            <a:t>-pinky</a:t>
          </a:r>
        </a:p>
      </dgm:t>
    </dgm:pt>
    <dgm:pt modelId="{472CFCC9-6EA5-4410-B62B-F3C56C338E1B}" type="parTrans" cxnId="{DF703AC7-E2DE-4F75-AD0F-83272DA84439}">
      <dgm:prSet/>
      <dgm:spPr/>
      <dgm:t>
        <a:bodyPr/>
        <a:lstStyle/>
        <a:p>
          <a:endParaRPr lang="en-US"/>
        </a:p>
      </dgm:t>
    </dgm:pt>
    <dgm:pt modelId="{695908AA-9323-465C-BF41-31EBE52BC553}" type="sibTrans" cxnId="{DF703AC7-E2DE-4F75-AD0F-83272DA84439}">
      <dgm:prSet/>
      <dgm:spPr/>
      <dgm:t>
        <a:bodyPr/>
        <a:lstStyle/>
        <a:p>
          <a:endParaRPr lang="en-US"/>
        </a:p>
      </dgm:t>
    </dgm:pt>
    <dgm:pt modelId="{95BC77C9-3CCB-4DED-AFFD-365630D7B230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freshly  :  fresh</a:t>
          </a:r>
        </a:p>
      </dgm:t>
    </dgm:pt>
    <dgm:pt modelId="{064C0C03-3750-4A88-8D73-5C69345C3C98}" type="parTrans" cxnId="{D821F6C6-C7BD-4F78-BBF0-1D482CA5503B}">
      <dgm:prSet/>
      <dgm:spPr/>
      <dgm:t>
        <a:bodyPr/>
        <a:lstStyle/>
        <a:p>
          <a:endParaRPr lang="en-US"/>
        </a:p>
      </dgm:t>
    </dgm:pt>
    <dgm:pt modelId="{6F5B1EC1-93B6-4FEE-B707-8C6020169C11}" type="sibTrans" cxnId="{D821F6C6-C7BD-4F78-BBF0-1D482CA5503B}">
      <dgm:prSet/>
      <dgm:spPr/>
      <dgm:t>
        <a:bodyPr/>
        <a:lstStyle/>
        <a:p>
          <a:endParaRPr lang="en-US"/>
        </a:p>
      </dgm:t>
    </dgm:pt>
    <dgm:pt modelId="{98F1B151-2DA1-4369-B8D5-F579EF52185C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juice  :  juic</a:t>
          </a:r>
        </a:p>
      </dgm:t>
    </dgm:pt>
    <dgm:pt modelId="{4262B9AE-4FF6-4E18-9B9D-264990B70A28}" type="parTrans" cxnId="{F5C00EA8-6242-44C7-8925-7C7BDF577F1A}">
      <dgm:prSet/>
      <dgm:spPr/>
      <dgm:t>
        <a:bodyPr/>
        <a:lstStyle/>
        <a:p>
          <a:endParaRPr lang="en-US"/>
        </a:p>
      </dgm:t>
    </dgm:pt>
    <dgm:pt modelId="{DADFA361-ED6B-4FA0-BB2E-9482CD2591D7}" type="sibTrans" cxnId="{F5C00EA8-6242-44C7-8925-7C7BDF577F1A}">
      <dgm:prSet/>
      <dgm:spPr/>
      <dgm:t>
        <a:bodyPr/>
        <a:lstStyle/>
        <a:p>
          <a:endParaRPr lang="en-US"/>
        </a:p>
      </dgm:t>
    </dgm:pt>
    <dgm:pt modelId="{B6614B0A-DDE8-41AB-804C-44CE82C2D1DC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berry  :  berri</a:t>
          </a:r>
        </a:p>
      </dgm:t>
    </dgm:pt>
    <dgm:pt modelId="{3CAD7E6E-B07F-4E7A-A008-D7E779664AD4}" type="parTrans" cxnId="{BDFA8F07-3A76-458D-AFDD-26BD1EC731FC}">
      <dgm:prSet/>
      <dgm:spPr/>
      <dgm:t>
        <a:bodyPr/>
        <a:lstStyle/>
        <a:p>
          <a:endParaRPr lang="en-US"/>
        </a:p>
      </dgm:t>
    </dgm:pt>
    <dgm:pt modelId="{54D383CB-1395-4F8E-A974-76B6B2B515D6}" type="sibTrans" cxnId="{BDFA8F07-3A76-458D-AFDD-26BD1EC731FC}">
      <dgm:prSet/>
      <dgm:spPr/>
      <dgm:t>
        <a:bodyPr/>
        <a:lstStyle/>
        <a:p>
          <a:endParaRPr lang="en-US"/>
        </a:p>
      </dgm:t>
    </dgm:pt>
    <dgm:pt modelId="{2EC4A201-406D-4C98-A596-9F7F9D1149D7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beverage  :  beverag</a:t>
          </a:r>
        </a:p>
      </dgm:t>
    </dgm:pt>
    <dgm:pt modelId="{6D3947BC-47E6-4F45-8237-39265623D002}" type="parTrans" cxnId="{B78D85E9-BBF9-456E-B300-168082366772}">
      <dgm:prSet/>
      <dgm:spPr/>
      <dgm:t>
        <a:bodyPr/>
        <a:lstStyle/>
        <a:p>
          <a:endParaRPr lang="en-US"/>
        </a:p>
      </dgm:t>
    </dgm:pt>
    <dgm:pt modelId="{D5A32A67-99B0-4660-AA96-743874EA0227}" type="sibTrans" cxnId="{B78D85E9-BBF9-456E-B300-168082366772}">
      <dgm:prSet/>
      <dgm:spPr/>
      <dgm:t>
        <a:bodyPr/>
        <a:lstStyle/>
        <a:p>
          <a:endParaRPr lang="en-US"/>
        </a:p>
      </dgm:t>
    </dgm:pt>
    <dgm:pt modelId="{A0CA75CA-3166-4F0B-B712-7C46765C1995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blackberry  :  blackberri</a:t>
          </a:r>
        </a:p>
      </dgm:t>
    </dgm:pt>
    <dgm:pt modelId="{93681384-BA93-450B-801C-1B38CEBE2EBD}" type="parTrans" cxnId="{C901000F-0AF8-49DF-BE1C-D1EF43ABF4EF}">
      <dgm:prSet/>
      <dgm:spPr/>
      <dgm:t>
        <a:bodyPr/>
        <a:lstStyle/>
        <a:p>
          <a:endParaRPr lang="en-US"/>
        </a:p>
      </dgm:t>
    </dgm:pt>
    <dgm:pt modelId="{512558EF-4391-48FF-9843-204221E5A957}" type="sibTrans" cxnId="{C901000F-0AF8-49DF-BE1C-D1EF43ABF4EF}">
      <dgm:prSet/>
      <dgm:spPr/>
      <dgm:t>
        <a:bodyPr/>
        <a:lstStyle/>
        <a:p>
          <a:endParaRPr lang="en-US"/>
        </a:p>
      </dgm:t>
    </dgm:pt>
    <dgm:pt modelId="{71FD5E99-0617-494E-AF8E-F48CFCD1514E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aloe  :  alo</a:t>
          </a:r>
        </a:p>
      </dgm:t>
    </dgm:pt>
    <dgm:pt modelId="{C2BA1A10-7D1D-43F6-A73C-7844B1E0EA9F}" type="parTrans" cxnId="{AAD8703C-AC0A-4C14-B8EC-C38A950B161C}">
      <dgm:prSet/>
      <dgm:spPr/>
      <dgm:t>
        <a:bodyPr/>
        <a:lstStyle/>
        <a:p>
          <a:endParaRPr lang="en-US"/>
        </a:p>
      </dgm:t>
    </dgm:pt>
    <dgm:pt modelId="{5F0F76AF-7C64-4482-AE47-E7C563D81E7A}" type="sibTrans" cxnId="{AAD8703C-AC0A-4C14-B8EC-C38A950B161C}">
      <dgm:prSet/>
      <dgm:spPr/>
      <dgm:t>
        <a:bodyPr/>
        <a:lstStyle/>
        <a:p>
          <a:endParaRPr lang="en-US"/>
        </a:p>
      </dgm:t>
    </dgm:pt>
    <dgm:pt modelId="{B73DFD77-AD28-435F-93B1-498738829443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anise  :  anis</a:t>
          </a:r>
        </a:p>
      </dgm:t>
    </dgm:pt>
    <dgm:pt modelId="{6BB0F058-FE4F-4995-809C-F19E41D4B13C}" type="parTrans" cxnId="{45A4CBD2-227E-4B2D-9719-478B1A29AAA0}">
      <dgm:prSet/>
      <dgm:spPr/>
      <dgm:t>
        <a:bodyPr/>
        <a:lstStyle/>
        <a:p>
          <a:endParaRPr lang="en-US"/>
        </a:p>
      </dgm:t>
    </dgm:pt>
    <dgm:pt modelId="{3C215F70-5A88-40F8-9F8B-06F1D66CAE15}" type="sibTrans" cxnId="{45A4CBD2-227E-4B2D-9719-478B1A29AAA0}">
      <dgm:prSet/>
      <dgm:spPr/>
      <dgm:t>
        <a:bodyPr/>
        <a:lstStyle/>
        <a:p>
          <a:endParaRPr lang="en-US"/>
        </a:p>
      </dgm:t>
    </dgm:pt>
    <dgm:pt modelId="{20BC694C-6F40-48DD-A697-420E2D89355C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apple  :  appl</a:t>
          </a:r>
        </a:p>
      </dgm:t>
    </dgm:pt>
    <dgm:pt modelId="{7D5E8FA1-A489-4271-B5C2-EF82B00E172B}" type="parTrans" cxnId="{8D5DEC0B-918C-4F8F-A602-B3C9CA01002C}">
      <dgm:prSet/>
      <dgm:spPr/>
      <dgm:t>
        <a:bodyPr/>
        <a:lstStyle/>
        <a:p>
          <a:endParaRPr lang="en-US"/>
        </a:p>
      </dgm:t>
    </dgm:pt>
    <dgm:pt modelId="{699A0909-87AA-44EE-86D7-4FC0DD27421A}" type="sibTrans" cxnId="{8D5DEC0B-918C-4F8F-A602-B3C9CA01002C}">
      <dgm:prSet/>
      <dgm:spPr/>
      <dgm:t>
        <a:bodyPr/>
        <a:lstStyle/>
        <a:p>
          <a:endParaRPr lang="en-US"/>
        </a:p>
      </dgm:t>
    </dgm:pt>
    <dgm:pt modelId="{E2A1E830-643A-44F1-AC47-5538E7342F5B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cauliflower  :  cauliflow</a:t>
          </a:r>
        </a:p>
      </dgm:t>
    </dgm:pt>
    <dgm:pt modelId="{FFD5C0CD-280C-48C0-B460-068ADF60A0A9}" type="parTrans" cxnId="{B851F84C-BE29-462E-9C2E-526195FC5B62}">
      <dgm:prSet/>
      <dgm:spPr/>
      <dgm:t>
        <a:bodyPr/>
        <a:lstStyle/>
        <a:p>
          <a:endParaRPr lang="en-US"/>
        </a:p>
      </dgm:t>
    </dgm:pt>
    <dgm:pt modelId="{85E72BD0-B3AE-4F58-80A1-209D5B4A071C}" type="sibTrans" cxnId="{B851F84C-BE29-462E-9C2E-526195FC5B62}">
      <dgm:prSet/>
      <dgm:spPr/>
      <dgm:t>
        <a:bodyPr/>
        <a:lstStyle/>
        <a:p>
          <a:endParaRPr lang="en-US"/>
        </a:p>
      </dgm:t>
    </dgm:pt>
    <dgm:pt modelId="{D89A5008-D3C6-45FF-B598-BCF84EC488A9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sunflower  :  sunflow</a:t>
          </a:r>
        </a:p>
      </dgm:t>
    </dgm:pt>
    <dgm:pt modelId="{9C2D1DF1-AC18-4362-B72F-DF3547DF1B89}" type="parTrans" cxnId="{E737F39A-127C-4DEB-ABBC-6A2573A78619}">
      <dgm:prSet/>
      <dgm:spPr/>
      <dgm:t>
        <a:bodyPr/>
        <a:lstStyle/>
        <a:p>
          <a:endParaRPr lang="en-US"/>
        </a:p>
      </dgm:t>
    </dgm:pt>
    <dgm:pt modelId="{D4BD0F80-5167-404B-99B6-1462E89390AC}" type="sibTrans" cxnId="{E737F39A-127C-4DEB-ABBC-6A2573A78619}">
      <dgm:prSet/>
      <dgm:spPr/>
      <dgm:t>
        <a:bodyPr/>
        <a:lstStyle/>
        <a:p>
          <a:endParaRPr lang="en-US"/>
        </a:p>
      </dgm:t>
    </dgm:pt>
    <dgm:pt modelId="{80E77CF1-0EA8-4F6D-BFE4-BB3574EEC5AB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 err="1"/>
            <a:t>cartn</a:t>
          </a:r>
          <a:r>
            <a:rPr lang="en-US" dirty="0"/>
            <a:t>-cart</a:t>
          </a:r>
        </a:p>
      </dgm:t>
    </dgm:pt>
    <dgm:pt modelId="{0AD4EE01-9C3A-4CE2-B5FA-2A325ED42FDB}" type="parTrans" cxnId="{C9171A8C-473C-4AAB-AC7B-05B653DE7137}">
      <dgm:prSet/>
      <dgm:spPr/>
      <dgm:t>
        <a:bodyPr/>
        <a:lstStyle/>
        <a:p>
          <a:endParaRPr lang="en-US"/>
        </a:p>
      </dgm:t>
    </dgm:pt>
    <dgm:pt modelId="{E1744166-B258-4483-B4F4-E563710549BC}" type="sibTrans" cxnId="{C9171A8C-473C-4AAB-AC7B-05B653DE7137}">
      <dgm:prSet/>
      <dgm:spPr/>
      <dgm:t>
        <a:bodyPr/>
        <a:lstStyle/>
        <a:p>
          <a:endParaRPr lang="en-US"/>
        </a:p>
      </dgm:t>
    </dgm:pt>
    <dgm:pt modelId="{C79094C2-4263-4A3A-9DC5-21DBBED4FC25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carton-carbon</a:t>
          </a:r>
        </a:p>
      </dgm:t>
    </dgm:pt>
    <dgm:pt modelId="{25725D99-D39C-4709-AEC5-7D3A804D6E01}" type="parTrans" cxnId="{0ECEA646-539A-4164-97C9-7760F1924985}">
      <dgm:prSet/>
      <dgm:spPr/>
      <dgm:t>
        <a:bodyPr/>
        <a:lstStyle/>
        <a:p>
          <a:endParaRPr lang="en-US"/>
        </a:p>
      </dgm:t>
    </dgm:pt>
    <dgm:pt modelId="{6B7B02C4-C4F7-429A-AA73-12E3EF4CE554}" type="sibTrans" cxnId="{0ECEA646-539A-4164-97C9-7760F1924985}">
      <dgm:prSet/>
      <dgm:spPr/>
      <dgm:t>
        <a:bodyPr/>
        <a:lstStyle/>
        <a:p>
          <a:endParaRPr lang="en-US"/>
        </a:p>
      </dgm:t>
    </dgm:pt>
    <dgm:pt modelId="{1509A9A7-53E9-446B-AA0A-D0A0B9674CFF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cashew-case</a:t>
          </a:r>
        </a:p>
      </dgm:t>
    </dgm:pt>
    <dgm:pt modelId="{8BF7CE60-FEB7-460E-9ECA-9339B4DB7B33}" type="parTrans" cxnId="{7903E290-3F3F-449E-94FA-91ACB1835825}">
      <dgm:prSet/>
      <dgm:spPr/>
      <dgm:t>
        <a:bodyPr/>
        <a:lstStyle/>
        <a:p>
          <a:endParaRPr lang="en-US"/>
        </a:p>
      </dgm:t>
    </dgm:pt>
    <dgm:pt modelId="{F20B3D91-38CB-42C6-8AF1-2847E113FB6D}" type="sibTrans" cxnId="{7903E290-3F3F-449E-94FA-91ACB1835825}">
      <dgm:prSet/>
      <dgm:spPr/>
      <dgm:t>
        <a:bodyPr/>
        <a:lstStyle/>
        <a:p>
          <a:endParaRPr lang="en-US"/>
        </a:p>
      </dgm:t>
    </dgm:pt>
    <dgm:pt modelId="{65C29FC5-3D2A-4FDF-9B79-01992222C563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 err="1"/>
            <a:t>snacker</a:t>
          </a:r>
          <a:r>
            <a:rPr lang="en-US" dirty="0"/>
            <a:t>-snake</a:t>
          </a:r>
        </a:p>
      </dgm:t>
    </dgm:pt>
    <dgm:pt modelId="{8CB5078E-B59C-459D-B8EA-6601632E9F14}" type="parTrans" cxnId="{888E2B9C-3D2A-45D0-8A1A-81CDC9E8B6CE}">
      <dgm:prSet/>
      <dgm:spPr/>
      <dgm:t>
        <a:bodyPr/>
        <a:lstStyle/>
        <a:p>
          <a:endParaRPr lang="en-US"/>
        </a:p>
      </dgm:t>
    </dgm:pt>
    <dgm:pt modelId="{0F0ADCF4-1116-47CA-8511-54944D3722F2}" type="sibTrans" cxnId="{888E2B9C-3D2A-45D0-8A1A-81CDC9E8B6CE}">
      <dgm:prSet/>
      <dgm:spPr/>
      <dgm:t>
        <a:bodyPr/>
        <a:lstStyle/>
        <a:p>
          <a:endParaRPr lang="en-US"/>
        </a:p>
      </dgm:t>
    </dgm:pt>
    <dgm:pt modelId="{2A4CE492-D9D5-4F3C-989A-6EE823D05B3F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snacking-stacking</a:t>
          </a:r>
        </a:p>
      </dgm:t>
    </dgm:pt>
    <dgm:pt modelId="{99F4FC12-8750-452C-96C2-C4B969A95870}" type="parTrans" cxnId="{E83B9D38-6E19-481E-8C36-33C234367340}">
      <dgm:prSet/>
      <dgm:spPr/>
      <dgm:t>
        <a:bodyPr/>
        <a:lstStyle/>
        <a:p>
          <a:endParaRPr lang="en-US"/>
        </a:p>
      </dgm:t>
    </dgm:pt>
    <dgm:pt modelId="{9E53B57B-6773-405D-A683-7CEE17E44A58}" type="sibTrans" cxnId="{E83B9D38-6E19-481E-8C36-33C234367340}">
      <dgm:prSet/>
      <dgm:spPr/>
      <dgm:t>
        <a:bodyPr/>
        <a:lstStyle/>
        <a:p>
          <a:endParaRPr lang="en-US"/>
        </a:p>
      </dgm:t>
    </dgm:pt>
    <dgm:pt modelId="{8BD6DB91-3B6E-4F97-B5DF-8FE29494A5CD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spiced-spaced</a:t>
          </a:r>
        </a:p>
      </dgm:t>
    </dgm:pt>
    <dgm:pt modelId="{D693998D-B4C6-4103-8A7E-FBA2ABA4B7A0}" type="parTrans" cxnId="{F8C2E9A1-12DC-4394-9973-F245D2948552}">
      <dgm:prSet/>
      <dgm:spPr/>
      <dgm:t>
        <a:bodyPr/>
        <a:lstStyle/>
        <a:p>
          <a:endParaRPr lang="en-US"/>
        </a:p>
      </dgm:t>
    </dgm:pt>
    <dgm:pt modelId="{040B4E93-553D-4ADE-83EA-26DD3486D72F}" type="sibTrans" cxnId="{F8C2E9A1-12DC-4394-9973-F245D2948552}">
      <dgm:prSet/>
      <dgm:spPr/>
      <dgm:t>
        <a:bodyPr/>
        <a:lstStyle/>
        <a:p>
          <a:endParaRPr lang="en-US"/>
        </a:p>
      </dgm:t>
    </dgm:pt>
    <dgm:pt modelId="{0130D3C4-DE96-4A08-AF0C-FA8B80874C84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sprinkle-sprinkled</a:t>
          </a:r>
        </a:p>
      </dgm:t>
    </dgm:pt>
    <dgm:pt modelId="{99A1F1AC-CFC6-40E9-8940-09D16E06FE1D}" type="parTrans" cxnId="{90A5CC51-AE8D-4700-B795-EFCF40262D8C}">
      <dgm:prSet/>
      <dgm:spPr/>
      <dgm:t>
        <a:bodyPr/>
        <a:lstStyle/>
        <a:p>
          <a:endParaRPr lang="en-US"/>
        </a:p>
      </dgm:t>
    </dgm:pt>
    <dgm:pt modelId="{86D1A42E-F467-40AD-9FEC-955509C517A2}" type="sibTrans" cxnId="{90A5CC51-AE8D-4700-B795-EFCF40262D8C}">
      <dgm:prSet/>
      <dgm:spPr/>
      <dgm:t>
        <a:bodyPr/>
        <a:lstStyle/>
        <a:p>
          <a:endParaRPr lang="en-US"/>
        </a:p>
      </dgm:t>
    </dgm:pt>
    <dgm:pt modelId="{00133A0F-8C94-4877-A9E4-81293F3FFBE9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veggie-reggae</a:t>
          </a:r>
        </a:p>
      </dgm:t>
    </dgm:pt>
    <dgm:pt modelId="{D9D211AA-8113-4F81-95E4-AC4CC56DE8EC}" type="parTrans" cxnId="{B83DDB73-FBDC-4FDE-A43F-9631086B7C6E}">
      <dgm:prSet/>
      <dgm:spPr/>
      <dgm:t>
        <a:bodyPr/>
        <a:lstStyle/>
        <a:p>
          <a:endParaRPr lang="en-US"/>
        </a:p>
      </dgm:t>
    </dgm:pt>
    <dgm:pt modelId="{A77064A7-B631-46E1-AD6B-A53E34930289}" type="sibTrans" cxnId="{B83DDB73-FBDC-4FDE-A43F-9631086B7C6E}">
      <dgm:prSet/>
      <dgm:spPr/>
      <dgm:t>
        <a:bodyPr/>
        <a:lstStyle/>
        <a:p>
          <a:endParaRPr lang="en-US"/>
        </a:p>
      </dgm:t>
    </dgm:pt>
    <dgm:pt modelId="{CA1BCE73-0C83-4226-9942-F57DF76C8BC8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grilling-drilling</a:t>
          </a:r>
        </a:p>
      </dgm:t>
    </dgm:pt>
    <dgm:pt modelId="{EECA50BB-9EA8-42FA-A810-6A84DCAB8C44}" type="parTrans" cxnId="{337CA3E9-F4D6-4B6B-AADD-913D3A7E05CE}">
      <dgm:prSet/>
      <dgm:spPr/>
      <dgm:t>
        <a:bodyPr/>
        <a:lstStyle/>
        <a:p>
          <a:endParaRPr lang="en-US"/>
        </a:p>
      </dgm:t>
    </dgm:pt>
    <dgm:pt modelId="{55878C7A-AC12-49CB-BABF-A54DE7502FB9}" type="sibTrans" cxnId="{337CA3E9-F4D6-4B6B-AADD-913D3A7E05CE}">
      <dgm:prSet/>
      <dgm:spPr/>
      <dgm:t>
        <a:bodyPr/>
        <a:lstStyle/>
        <a:p>
          <a:endParaRPr lang="en-US"/>
        </a:p>
      </dgm:t>
    </dgm:pt>
    <dgm:pt modelId="{2B2539BC-30CD-4A77-8142-F76C67B1C16E}">
      <dgm:prSet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chickn-chicken</a:t>
          </a:r>
        </a:p>
      </dgm:t>
    </dgm:pt>
    <dgm:pt modelId="{85490628-0E4E-4A15-8FA8-DA2D79AD860C}" type="parTrans" cxnId="{7AFD1048-84A8-4BBB-8053-C1784B4AC3F3}">
      <dgm:prSet/>
      <dgm:spPr/>
      <dgm:t>
        <a:bodyPr/>
        <a:lstStyle/>
        <a:p>
          <a:endParaRPr lang="en-US"/>
        </a:p>
      </dgm:t>
    </dgm:pt>
    <dgm:pt modelId="{AC5FB0A0-EC3D-47B7-A643-F3300FFAE487}" type="sibTrans" cxnId="{7AFD1048-84A8-4BBB-8053-C1784B4AC3F3}">
      <dgm:prSet/>
      <dgm:spPr/>
      <dgm:t>
        <a:bodyPr/>
        <a:lstStyle/>
        <a:p>
          <a:endParaRPr lang="en-US"/>
        </a:p>
      </dgm:t>
    </dgm:pt>
    <dgm:pt modelId="{2BF90855-4DA4-41F8-91E6-4507A9A3DCDE}">
      <dgm:prSet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chilean-clean</a:t>
          </a:r>
        </a:p>
      </dgm:t>
    </dgm:pt>
    <dgm:pt modelId="{DD5758D7-1082-4845-A2E0-9530CFE2F6D3}" type="parTrans" cxnId="{2250F864-B03F-4ED3-B242-EEA808FB585E}">
      <dgm:prSet/>
      <dgm:spPr/>
      <dgm:t>
        <a:bodyPr/>
        <a:lstStyle/>
        <a:p>
          <a:endParaRPr lang="en-US"/>
        </a:p>
      </dgm:t>
    </dgm:pt>
    <dgm:pt modelId="{60B5FAE5-3B0C-4927-9287-237ECA4AF16B}" type="sibTrans" cxnId="{2250F864-B03F-4ED3-B242-EEA808FB585E}">
      <dgm:prSet/>
      <dgm:spPr/>
      <dgm:t>
        <a:bodyPr/>
        <a:lstStyle/>
        <a:p>
          <a:endParaRPr lang="en-US"/>
        </a:p>
      </dgm:t>
    </dgm:pt>
    <dgm:pt modelId="{89507C43-7479-4EEE-849D-05078B8424E1}">
      <dgm:prSet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chili-child</a:t>
          </a:r>
        </a:p>
      </dgm:t>
    </dgm:pt>
    <dgm:pt modelId="{C0A1EDA4-07CE-4D7F-B30E-C4FCBB5BB01B}" type="parTrans" cxnId="{22E0AF7E-A03B-4485-A69A-980F030DF479}">
      <dgm:prSet/>
      <dgm:spPr/>
      <dgm:t>
        <a:bodyPr/>
        <a:lstStyle/>
        <a:p>
          <a:endParaRPr lang="en-US"/>
        </a:p>
      </dgm:t>
    </dgm:pt>
    <dgm:pt modelId="{7C9C6692-B7D0-40B9-AB6C-B2124F4EB053}" type="sibTrans" cxnId="{22E0AF7E-A03B-4485-A69A-980F030DF479}">
      <dgm:prSet/>
      <dgm:spPr/>
      <dgm:t>
        <a:bodyPr/>
        <a:lstStyle/>
        <a:p>
          <a:endParaRPr lang="en-US"/>
        </a:p>
      </dgm:t>
    </dgm:pt>
    <dgm:pt modelId="{CFC8D099-8A63-4671-B02E-20EA28AD690B}">
      <dgm:prSet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coconut-coronet</a:t>
          </a:r>
        </a:p>
      </dgm:t>
    </dgm:pt>
    <dgm:pt modelId="{887A7FD5-ECEB-4318-8A06-0F29F119106D}" type="parTrans" cxnId="{EF744868-B56A-484D-A9C4-20AA1EB15408}">
      <dgm:prSet/>
      <dgm:spPr/>
      <dgm:t>
        <a:bodyPr/>
        <a:lstStyle/>
        <a:p>
          <a:endParaRPr lang="en-US"/>
        </a:p>
      </dgm:t>
    </dgm:pt>
    <dgm:pt modelId="{00C74C68-B6E1-4B3B-B11B-BA1CBAB77C12}" type="sibTrans" cxnId="{EF744868-B56A-484D-A9C4-20AA1EB15408}">
      <dgm:prSet/>
      <dgm:spPr/>
      <dgm:t>
        <a:bodyPr/>
        <a:lstStyle/>
        <a:p>
          <a:endParaRPr lang="en-US"/>
        </a:p>
      </dgm:t>
    </dgm:pt>
    <dgm:pt modelId="{F035D1A7-0ECC-4FEB-ADFB-BB7F6455F77A}">
      <dgm:prSet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pumpkin-pushkin</a:t>
          </a:r>
        </a:p>
      </dgm:t>
    </dgm:pt>
    <dgm:pt modelId="{E0533707-FEFA-42AE-B7F2-EA61EBBA5F06}" type="parTrans" cxnId="{4FFE5B3F-E75F-4E04-8729-D725659A2159}">
      <dgm:prSet/>
      <dgm:spPr/>
      <dgm:t>
        <a:bodyPr/>
        <a:lstStyle/>
        <a:p>
          <a:endParaRPr lang="en-US"/>
        </a:p>
      </dgm:t>
    </dgm:pt>
    <dgm:pt modelId="{937C00A8-494D-4EDA-9212-7B74C0A3FA7D}" type="sibTrans" cxnId="{4FFE5B3F-E75F-4E04-8729-D725659A2159}">
      <dgm:prSet/>
      <dgm:spPr/>
      <dgm:t>
        <a:bodyPr/>
        <a:lstStyle/>
        <a:p>
          <a:endParaRPr lang="en-US"/>
        </a:p>
      </dgm:t>
    </dgm:pt>
    <dgm:pt modelId="{CC9E0796-B8AC-481D-A62B-1A03900B0115}">
      <dgm:prSet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quince-quincy</a:t>
          </a:r>
        </a:p>
      </dgm:t>
    </dgm:pt>
    <dgm:pt modelId="{1C106123-5E33-4A67-9368-EA5E113F0ACC}" type="parTrans" cxnId="{6456D042-18FD-4328-9A2E-E583ADFEE7CA}">
      <dgm:prSet/>
      <dgm:spPr/>
      <dgm:t>
        <a:bodyPr/>
        <a:lstStyle/>
        <a:p>
          <a:endParaRPr lang="en-US"/>
        </a:p>
      </dgm:t>
    </dgm:pt>
    <dgm:pt modelId="{AA43962B-906D-42F3-B034-E137BAC4E494}" type="sibTrans" cxnId="{6456D042-18FD-4328-9A2E-E583ADFEE7CA}">
      <dgm:prSet/>
      <dgm:spPr/>
      <dgm:t>
        <a:bodyPr/>
        <a:lstStyle/>
        <a:p>
          <a:endParaRPr lang="en-US"/>
        </a:p>
      </dgm:t>
    </dgm:pt>
    <dgm:pt modelId="{CF12E05C-3AB7-49A3-B7E5-808B0F223341}">
      <dgm:prSet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radish-ravish</a:t>
          </a:r>
        </a:p>
      </dgm:t>
    </dgm:pt>
    <dgm:pt modelId="{92FEE0B8-0294-4F5B-B3AE-8EF7BE5A7B76}" type="parTrans" cxnId="{A9650E09-2648-4217-96B0-234221A29746}">
      <dgm:prSet/>
      <dgm:spPr/>
      <dgm:t>
        <a:bodyPr/>
        <a:lstStyle/>
        <a:p>
          <a:endParaRPr lang="en-US"/>
        </a:p>
      </dgm:t>
    </dgm:pt>
    <dgm:pt modelId="{344E79C5-74AA-4562-910C-5724464833E9}" type="sibTrans" cxnId="{A9650E09-2648-4217-96B0-234221A29746}">
      <dgm:prSet/>
      <dgm:spPr/>
      <dgm:t>
        <a:bodyPr/>
        <a:lstStyle/>
        <a:p>
          <a:endParaRPr lang="en-US"/>
        </a:p>
      </dgm:t>
    </dgm:pt>
    <dgm:pt modelId="{B31EB003-2F44-47C9-A7B7-650620F5E51E}">
      <dgm:prSet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raisin-raising</a:t>
          </a:r>
        </a:p>
      </dgm:t>
    </dgm:pt>
    <dgm:pt modelId="{FC658536-32C6-450F-80E9-0C576614001E}" type="parTrans" cxnId="{4ADCBAE3-9ABE-4CB8-A858-ABC8B267FA54}">
      <dgm:prSet/>
      <dgm:spPr/>
      <dgm:t>
        <a:bodyPr/>
        <a:lstStyle/>
        <a:p>
          <a:endParaRPr lang="en-US"/>
        </a:p>
      </dgm:t>
    </dgm:pt>
    <dgm:pt modelId="{10545EA3-9505-4FA0-977B-28B770D898A9}" type="sibTrans" cxnId="{4ADCBAE3-9ABE-4CB8-A858-ABC8B267FA54}">
      <dgm:prSet/>
      <dgm:spPr/>
      <dgm:t>
        <a:bodyPr/>
        <a:lstStyle/>
        <a:p>
          <a:endParaRPr lang="en-US"/>
        </a:p>
      </dgm:t>
    </dgm:pt>
    <dgm:pt modelId="{483C8D7E-0061-4A71-8D94-58CFE3524AB4}">
      <dgm:prSet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thai-that</a:t>
          </a:r>
        </a:p>
      </dgm:t>
    </dgm:pt>
    <dgm:pt modelId="{E6C1D0FB-E0D6-4FFC-AA89-FA9EDC91B823}" type="parTrans" cxnId="{A69C438C-FA2C-4C28-98F7-4D9FAA908E99}">
      <dgm:prSet/>
      <dgm:spPr/>
      <dgm:t>
        <a:bodyPr/>
        <a:lstStyle/>
        <a:p>
          <a:endParaRPr lang="en-US"/>
        </a:p>
      </dgm:t>
    </dgm:pt>
    <dgm:pt modelId="{EAB1261E-6FFF-4754-90A3-CAD12AB6403E}" type="sibTrans" cxnId="{A69C438C-FA2C-4C28-98F7-4D9FAA908E99}">
      <dgm:prSet/>
      <dgm:spPr/>
      <dgm:t>
        <a:bodyPr/>
        <a:lstStyle/>
        <a:p>
          <a:endParaRPr lang="en-US"/>
        </a:p>
      </dgm:t>
    </dgm:pt>
    <dgm:pt modelId="{CC9811DD-6487-413A-A569-64746AAB2096}" type="pres">
      <dgm:prSet presAssocID="{6374AC1B-0229-4FCD-995E-11CD9EE05285}" presName="Name0" presStyleCnt="0">
        <dgm:presLayoutVars>
          <dgm:dir/>
          <dgm:animLvl val="lvl"/>
          <dgm:resizeHandles val="exact"/>
        </dgm:presLayoutVars>
      </dgm:prSet>
      <dgm:spPr/>
    </dgm:pt>
    <dgm:pt modelId="{5A835063-E940-418A-8E56-B5248B253DF2}" type="pres">
      <dgm:prSet presAssocID="{30815E62-40C7-426E-80B2-52357025685F}" presName="composite" presStyleCnt="0"/>
      <dgm:spPr/>
    </dgm:pt>
    <dgm:pt modelId="{A26AD8CC-7F90-418C-A57E-0CCB37A49A94}" type="pres">
      <dgm:prSet presAssocID="{30815E62-40C7-426E-80B2-52357025685F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E0B901FF-34AF-4924-B087-FEEB2EDE543E}" type="pres">
      <dgm:prSet presAssocID="{30815E62-40C7-426E-80B2-52357025685F}" presName="desTx" presStyleLbl="alignAccFollowNode1" presStyleIdx="0" presStyleCnt="4">
        <dgm:presLayoutVars>
          <dgm:bulletEnabled val="1"/>
        </dgm:presLayoutVars>
      </dgm:prSet>
      <dgm:spPr/>
    </dgm:pt>
    <dgm:pt modelId="{AA42046F-9F12-41D2-A135-F380CE1C675B}" type="pres">
      <dgm:prSet presAssocID="{56585C04-4917-4049-A1F6-BF9E0057DC16}" presName="space" presStyleCnt="0"/>
      <dgm:spPr/>
    </dgm:pt>
    <dgm:pt modelId="{BCEA0290-1E0D-4424-A515-0579DCE01777}" type="pres">
      <dgm:prSet presAssocID="{1A879961-A427-466F-B015-E92033E1110A}" presName="composite" presStyleCnt="0"/>
      <dgm:spPr/>
    </dgm:pt>
    <dgm:pt modelId="{29717A32-9863-46C8-9057-CD2C203ABDF1}" type="pres">
      <dgm:prSet presAssocID="{1A879961-A427-466F-B015-E92033E1110A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B52A5248-E5CE-4237-B839-0BD7A358258E}" type="pres">
      <dgm:prSet presAssocID="{1A879961-A427-466F-B015-E92033E1110A}" presName="desTx" presStyleLbl="alignAccFollowNode1" presStyleIdx="1" presStyleCnt="4">
        <dgm:presLayoutVars>
          <dgm:bulletEnabled val="1"/>
        </dgm:presLayoutVars>
      </dgm:prSet>
      <dgm:spPr/>
    </dgm:pt>
    <dgm:pt modelId="{BBDEE0A7-8D40-457A-A3BC-49612C014FE2}" type="pres">
      <dgm:prSet presAssocID="{5C5A342F-2F51-4523-BB78-9317B118ABF3}" presName="space" presStyleCnt="0"/>
      <dgm:spPr/>
    </dgm:pt>
    <dgm:pt modelId="{09D448A6-14FF-40E9-9239-4B401E9B0790}" type="pres">
      <dgm:prSet presAssocID="{F4DAC338-DBEE-44D7-8A9D-242ADF5499FA}" presName="composite" presStyleCnt="0"/>
      <dgm:spPr/>
    </dgm:pt>
    <dgm:pt modelId="{29131D4E-B654-461F-A64B-5135E76942F7}" type="pres">
      <dgm:prSet presAssocID="{F4DAC338-DBEE-44D7-8A9D-242ADF5499FA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55EF346D-B616-4B66-B746-D787CB91C212}" type="pres">
      <dgm:prSet presAssocID="{F4DAC338-DBEE-44D7-8A9D-242ADF5499FA}" presName="desTx" presStyleLbl="alignAccFollowNode1" presStyleIdx="2" presStyleCnt="4">
        <dgm:presLayoutVars>
          <dgm:bulletEnabled val="1"/>
        </dgm:presLayoutVars>
      </dgm:prSet>
      <dgm:spPr/>
    </dgm:pt>
    <dgm:pt modelId="{E8CA8D83-F6C6-4BB8-A343-CC582B796BA5}" type="pres">
      <dgm:prSet presAssocID="{C0EF412A-20ED-4520-AD79-2C4E8F3D3BFD}" presName="space" presStyleCnt="0"/>
      <dgm:spPr/>
    </dgm:pt>
    <dgm:pt modelId="{73490039-E31F-4578-B171-AC02CE0CC18F}" type="pres">
      <dgm:prSet presAssocID="{79F6AAE6-76F2-4E19-991E-63B64A1F5EE7}" presName="composite" presStyleCnt="0"/>
      <dgm:spPr/>
    </dgm:pt>
    <dgm:pt modelId="{33391748-543B-4C45-9F6C-112842578F49}" type="pres">
      <dgm:prSet presAssocID="{79F6AAE6-76F2-4E19-991E-63B64A1F5EE7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1B94C01C-1DC1-498D-8C2C-B8D9F47E5B61}" type="pres">
      <dgm:prSet presAssocID="{79F6AAE6-76F2-4E19-991E-63B64A1F5EE7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CB7A9E06-31B3-4F85-BD5B-23DA10F5E6D1}" type="presOf" srcId="{2A4CE492-D9D5-4F3C-989A-6EE823D05B3F}" destId="{B52A5248-E5CE-4237-B839-0BD7A358258E}" srcOrd="0" destOrd="5" presId="urn:microsoft.com/office/officeart/2005/8/layout/hList1"/>
    <dgm:cxn modelId="{9D754A07-D3E9-4FEC-A4DC-0681BD510140}" type="presOf" srcId="{CFC8D099-8A63-4671-B02E-20EA28AD690B}" destId="{55EF346D-B616-4B66-B746-D787CB91C212}" srcOrd="0" destOrd="4" presId="urn:microsoft.com/office/officeart/2005/8/layout/hList1"/>
    <dgm:cxn modelId="{BDFA8F07-3A76-458D-AFDD-26BD1EC731FC}" srcId="{79F6AAE6-76F2-4E19-991E-63B64A1F5EE7}" destId="{B6614B0A-DDE8-41AB-804C-44CE82C2D1DC}" srcOrd="2" destOrd="0" parTransId="{3CAD7E6E-B07F-4E7A-A008-D7E779664AD4}" sibTransId="{54D383CB-1395-4F8E-A974-76B6B2B515D6}"/>
    <dgm:cxn modelId="{A9650E09-2648-4217-96B0-234221A29746}" srcId="{F4DAC338-DBEE-44D7-8A9D-242ADF5499FA}" destId="{CF12E05C-3AB7-49A3-B7E5-808B0F223341}" srcOrd="7" destOrd="0" parTransId="{92FEE0B8-0294-4F5B-B3AE-8EF7BE5A7B76}" sibTransId="{344E79C5-74AA-4562-910C-5724464833E9}"/>
    <dgm:cxn modelId="{8D5DEC0B-918C-4F8F-A602-B3C9CA01002C}" srcId="{79F6AAE6-76F2-4E19-991E-63B64A1F5EE7}" destId="{20BC694C-6F40-48DD-A697-420E2D89355C}" srcOrd="7" destOrd="0" parTransId="{7D5E8FA1-A489-4271-B5C2-EF82B00E172B}" sibTransId="{699A0909-87AA-44EE-86D7-4FC0DD27421A}"/>
    <dgm:cxn modelId="{C901000F-0AF8-49DF-BE1C-D1EF43ABF4EF}" srcId="{79F6AAE6-76F2-4E19-991E-63B64A1F5EE7}" destId="{A0CA75CA-3166-4F0B-B712-7C46765C1995}" srcOrd="4" destOrd="0" parTransId="{93681384-BA93-450B-801C-1B38CEBE2EBD}" sibTransId="{512558EF-4391-48FF-9843-204221E5A957}"/>
    <dgm:cxn modelId="{7E958010-08D2-4BFF-9447-548AE059927D}" srcId="{30815E62-40C7-426E-80B2-52357025685F}" destId="{4646E2F7-CDB7-4DFF-8C9F-718998930F40}" srcOrd="5" destOrd="0" parTransId="{B569E134-F50E-4E85-BD59-EF71AFEB08A7}" sibTransId="{6404063F-3AEC-4C8B-A47D-8B2D83FF0A4F}"/>
    <dgm:cxn modelId="{2A84FD1B-72AB-4B5F-B6C3-E1C945BD2EA7}" type="presOf" srcId="{D89A5008-D3C6-45FF-B598-BCF84EC488A9}" destId="{1B94C01C-1DC1-498D-8C2C-B8D9F47E5B61}" srcOrd="0" destOrd="9" presId="urn:microsoft.com/office/officeart/2005/8/layout/hList1"/>
    <dgm:cxn modelId="{B7E9F11D-3F39-43C1-9E23-6549F6D99877}" type="presOf" srcId="{71FD5E99-0617-494E-AF8E-F48CFCD1514E}" destId="{1B94C01C-1DC1-498D-8C2C-B8D9F47E5B61}" srcOrd="0" destOrd="5" presId="urn:microsoft.com/office/officeart/2005/8/layout/hList1"/>
    <dgm:cxn modelId="{D7D76620-CA9B-4C54-B90D-BCDC8901E757}" srcId="{30815E62-40C7-426E-80B2-52357025685F}" destId="{14442C80-365D-43F4-8C9C-C5E07D42DD18}" srcOrd="2" destOrd="0" parTransId="{8428A40D-7DFE-40D5-8F56-27BA8E8F3BF7}" sibTransId="{635A23E4-EBE3-41AA-9E64-E042B0F8E83E}"/>
    <dgm:cxn modelId="{F0FB5C26-E9FA-4826-B639-8292CD402F79}" type="presOf" srcId="{20BC694C-6F40-48DD-A697-420E2D89355C}" destId="{1B94C01C-1DC1-498D-8C2C-B8D9F47E5B61}" srcOrd="0" destOrd="7" presId="urn:microsoft.com/office/officeart/2005/8/layout/hList1"/>
    <dgm:cxn modelId="{AA012032-8FE8-46BE-8C33-59766BFE45E0}" type="presOf" srcId="{79F6AAE6-76F2-4E19-991E-63B64A1F5EE7}" destId="{33391748-543B-4C45-9F6C-112842578F49}" srcOrd="0" destOrd="0" presId="urn:microsoft.com/office/officeart/2005/8/layout/hList1"/>
    <dgm:cxn modelId="{A4A51436-DED5-40E2-9A59-35BCA0DAB5BC}" type="presOf" srcId="{12F6538A-240C-4779-85A5-A70FCDBDADE6}" destId="{E0B901FF-34AF-4924-B087-FEEB2EDE543E}" srcOrd="0" destOrd="1" presId="urn:microsoft.com/office/officeart/2005/8/layout/hList1"/>
    <dgm:cxn modelId="{E83B9D38-6E19-481E-8C36-33C234367340}" srcId="{1A879961-A427-466F-B015-E92033E1110A}" destId="{2A4CE492-D9D5-4F3C-989A-6EE823D05B3F}" srcOrd="5" destOrd="0" parTransId="{99F4FC12-8750-452C-96C2-C4B969A95870}" sibTransId="{9E53B57B-6773-405D-A683-7CEE17E44A58}"/>
    <dgm:cxn modelId="{FA606F3A-9DF6-45F5-8B81-BB6F9AE1B628}" srcId="{6374AC1B-0229-4FCD-995E-11CD9EE05285}" destId="{F4DAC338-DBEE-44D7-8A9D-242ADF5499FA}" srcOrd="2" destOrd="0" parTransId="{D5AA3B7C-90DD-401A-9006-D9480B8466D2}" sibTransId="{C0EF412A-20ED-4520-AD79-2C4E8F3D3BFD}"/>
    <dgm:cxn modelId="{AAD8703C-AC0A-4C14-B8EC-C38A950B161C}" srcId="{79F6AAE6-76F2-4E19-991E-63B64A1F5EE7}" destId="{71FD5E99-0617-494E-AF8E-F48CFCD1514E}" srcOrd="5" destOrd="0" parTransId="{C2BA1A10-7D1D-43F6-A73C-7844B1E0EA9F}" sibTransId="{5F0F76AF-7C64-4482-AE47-E7C563D81E7A}"/>
    <dgm:cxn modelId="{4FFE5B3F-E75F-4E04-8729-D725659A2159}" srcId="{F4DAC338-DBEE-44D7-8A9D-242ADF5499FA}" destId="{F035D1A7-0ECC-4FEB-ADFB-BB7F6455F77A}" srcOrd="5" destOrd="0" parTransId="{E0533707-FEFA-42AE-B7F2-EA61EBBA5F06}" sibTransId="{937C00A8-494D-4EDA-9212-7B74C0A3FA7D}"/>
    <dgm:cxn modelId="{D34E375B-5681-4EC8-BE7B-4E1364372E1C}" type="presOf" srcId="{CA1BCE73-0C83-4226-9942-F57DF76C8BC8}" destId="{B52A5248-E5CE-4237-B839-0BD7A358258E}" srcOrd="0" destOrd="9" presId="urn:microsoft.com/office/officeart/2005/8/layout/hList1"/>
    <dgm:cxn modelId="{5C23D85F-6F88-4E1D-88FA-801A9F11198D}" type="presOf" srcId="{8BD6DB91-3B6E-4F97-B5DF-8FE29494A5CD}" destId="{B52A5248-E5CE-4237-B839-0BD7A358258E}" srcOrd="0" destOrd="6" presId="urn:microsoft.com/office/officeart/2005/8/layout/hList1"/>
    <dgm:cxn modelId="{6456D042-18FD-4328-9A2E-E583ADFEE7CA}" srcId="{F4DAC338-DBEE-44D7-8A9D-242ADF5499FA}" destId="{CC9E0796-B8AC-481D-A62B-1A03900B0115}" srcOrd="6" destOrd="0" parTransId="{1C106123-5E33-4A67-9368-EA5E113F0ACC}" sibTransId="{AA43962B-906D-42F3-B034-E137BAC4E494}"/>
    <dgm:cxn modelId="{2E283043-7744-406F-8482-D274522965FD}" type="presOf" srcId="{EB82D994-1D29-4FAA-B75F-8CCE786F4D83}" destId="{E0B901FF-34AF-4924-B087-FEEB2EDE543E}" srcOrd="0" destOrd="3" presId="urn:microsoft.com/office/officeart/2005/8/layout/hList1"/>
    <dgm:cxn modelId="{A0686963-0FFF-40A6-A8D8-574120686AA9}" type="presOf" srcId="{6567268A-7283-43D9-8B70-6539E37476ED}" destId="{E0B901FF-34AF-4924-B087-FEEB2EDE543E}" srcOrd="0" destOrd="0" presId="urn:microsoft.com/office/officeart/2005/8/layout/hList1"/>
    <dgm:cxn modelId="{7734D563-6E23-4D86-A66A-EA770DD5FF77}" type="presOf" srcId="{E62B5666-1421-4170-85DF-BE82CCCD7EBF}" destId="{E0B901FF-34AF-4924-B087-FEEB2EDE543E}" srcOrd="0" destOrd="4" presId="urn:microsoft.com/office/officeart/2005/8/layout/hList1"/>
    <dgm:cxn modelId="{2250F864-B03F-4ED3-B242-EEA808FB585E}" srcId="{F4DAC338-DBEE-44D7-8A9D-242ADF5499FA}" destId="{2BF90855-4DA4-41F8-91E6-4507A9A3DCDE}" srcOrd="2" destOrd="0" parTransId="{DD5758D7-1082-4845-A2E0-9530CFE2F6D3}" sibTransId="{60B5FAE5-3B0C-4927-9287-237ECA4AF16B}"/>
    <dgm:cxn modelId="{0ECEA646-539A-4164-97C9-7760F1924985}" srcId="{1A879961-A427-466F-B015-E92033E1110A}" destId="{C79094C2-4263-4A3A-9DC5-21DBBED4FC25}" srcOrd="2" destOrd="0" parTransId="{25725D99-D39C-4709-AEC5-7D3A804D6E01}" sibTransId="{6B7B02C4-C4F7-429A-AA73-12E3EF4CE554}"/>
    <dgm:cxn modelId="{7AFD1048-84A8-4BBB-8053-C1784B4AC3F3}" srcId="{F4DAC338-DBEE-44D7-8A9D-242ADF5499FA}" destId="{2B2539BC-30CD-4A77-8142-F76C67B1C16E}" srcOrd="1" destOrd="0" parTransId="{85490628-0E4E-4A15-8FA8-DA2D79AD860C}" sibTransId="{AC5FB0A0-EC3D-47B7-A643-F3300FFAE487}"/>
    <dgm:cxn modelId="{F4C12848-C854-401C-B658-DC7E570712A7}" srcId="{1A879961-A427-466F-B015-E92033E1110A}" destId="{45DADA76-5F91-4ECD-966F-8B7867860347}" srcOrd="0" destOrd="0" parTransId="{4047B0F5-48A6-4D3B-9FC4-A460C647DAC5}" sibTransId="{2B6500F0-1432-439B-8DE2-1E6AB9D52265}"/>
    <dgm:cxn modelId="{EF744868-B56A-484D-A9C4-20AA1EB15408}" srcId="{F4DAC338-DBEE-44D7-8A9D-242ADF5499FA}" destId="{CFC8D099-8A63-4671-B02E-20EA28AD690B}" srcOrd="4" destOrd="0" parTransId="{887A7FD5-ECEB-4318-8A06-0F29F119106D}" sibTransId="{00C74C68-B6E1-4B3B-B11B-BA1CBAB77C12}"/>
    <dgm:cxn modelId="{36B86969-153C-4F7F-B36E-BA91E39736B1}" type="presOf" srcId="{30815E62-40C7-426E-80B2-52357025685F}" destId="{A26AD8CC-7F90-418C-A57E-0CCB37A49A94}" srcOrd="0" destOrd="0" presId="urn:microsoft.com/office/officeart/2005/8/layout/hList1"/>
    <dgm:cxn modelId="{B851F84C-BE29-462E-9C2E-526195FC5B62}" srcId="{79F6AAE6-76F2-4E19-991E-63B64A1F5EE7}" destId="{E2A1E830-643A-44F1-AC47-5538E7342F5B}" srcOrd="8" destOrd="0" parTransId="{FFD5C0CD-280C-48C0-B460-068ADF60A0A9}" sibTransId="{85E72BD0-B3AE-4F58-80A1-209D5B4A071C}"/>
    <dgm:cxn modelId="{26241C6D-E041-4411-8545-DAF48E024205}" srcId="{30815E62-40C7-426E-80B2-52357025685F}" destId="{EB82D994-1D29-4FAA-B75F-8CCE786F4D83}" srcOrd="3" destOrd="0" parTransId="{C7D4B719-64D3-4357-8ACB-C3DFEB15DEAA}" sibTransId="{5A3B4F7C-470D-467F-BC8C-D49729ACCEBF}"/>
    <dgm:cxn modelId="{9EF32B6D-DE1C-473B-8CA6-FFE8A2A972B1}" type="presOf" srcId="{45DADA76-5F91-4ECD-966F-8B7867860347}" destId="{B52A5248-E5CE-4237-B839-0BD7A358258E}" srcOrd="0" destOrd="0" presId="urn:microsoft.com/office/officeart/2005/8/layout/hList1"/>
    <dgm:cxn modelId="{C85B574D-E075-4DA3-A8C3-DCEDE8A9A837}" type="presOf" srcId="{4646E2F7-CDB7-4DFF-8C9F-718998930F40}" destId="{E0B901FF-34AF-4924-B087-FEEB2EDE543E}" srcOrd="0" destOrd="5" presId="urn:microsoft.com/office/officeart/2005/8/layout/hList1"/>
    <dgm:cxn modelId="{90A5CC51-AE8D-4700-B795-EFCF40262D8C}" srcId="{1A879961-A427-466F-B015-E92033E1110A}" destId="{0130D3C4-DE96-4A08-AF0C-FA8B80874C84}" srcOrd="7" destOrd="0" parTransId="{99A1F1AC-CFC6-40E9-8940-09D16E06FE1D}" sibTransId="{86D1A42E-F467-40AD-9FEC-955509C517A2}"/>
    <dgm:cxn modelId="{B83DDB73-FBDC-4FDE-A43F-9631086B7C6E}" srcId="{1A879961-A427-466F-B015-E92033E1110A}" destId="{00133A0F-8C94-4877-A9E4-81293F3FFBE9}" srcOrd="8" destOrd="0" parTransId="{D9D211AA-8113-4F81-95E4-AC4CC56DE8EC}" sibTransId="{A77064A7-B631-46E1-AD6B-A53E34930289}"/>
    <dgm:cxn modelId="{B86B4374-2E2B-449E-AB02-FABE18A64DFE}" type="presOf" srcId="{C79094C2-4263-4A3A-9DC5-21DBBED4FC25}" destId="{B52A5248-E5CE-4237-B839-0BD7A358258E}" srcOrd="0" destOrd="2" presId="urn:microsoft.com/office/officeart/2005/8/layout/hList1"/>
    <dgm:cxn modelId="{B789175A-0605-4D15-9D80-BBCD7394ED1A}" type="presOf" srcId="{2B2539BC-30CD-4A77-8142-F76C67B1C16E}" destId="{55EF346D-B616-4B66-B746-D787CB91C212}" srcOrd="0" destOrd="1" presId="urn:microsoft.com/office/officeart/2005/8/layout/hList1"/>
    <dgm:cxn modelId="{6AB9157E-9A16-4105-982C-59F4F033EE5D}" type="presOf" srcId="{14442C80-365D-43F4-8C9C-C5E07D42DD18}" destId="{E0B901FF-34AF-4924-B087-FEEB2EDE543E}" srcOrd="0" destOrd="2" presId="urn:microsoft.com/office/officeart/2005/8/layout/hList1"/>
    <dgm:cxn modelId="{57F23D7E-8CFE-4472-9E89-6A312740D66A}" type="presOf" srcId="{B31EB003-2F44-47C9-A7B7-650620F5E51E}" destId="{55EF346D-B616-4B66-B746-D787CB91C212}" srcOrd="0" destOrd="8" presId="urn:microsoft.com/office/officeart/2005/8/layout/hList1"/>
    <dgm:cxn modelId="{22E0AF7E-A03B-4485-A69A-980F030DF479}" srcId="{F4DAC338-DBEE-44D7-8A9D-242ADF5499FA}" destId="{89507C43-7479-4EEE-849D-05078B8424E1}" srcOrd="3" destOrd="0" parTransId="{C0A1EDA4-07CE-4D7F-B30E-C4FCBB5BB01B}" sibTransId="{7C9C6692-B7D0-40B9-AB6C-B2124F4EB053}"/>
    <dgm:cxn modelId="{6E7D797F-15EF-4F3D-9D75-38403CE07556}" srcId="{F4DAC338-DBEE-44D7-8A9D-242ADF5499FA}" destId="{509105E0-7DD9-4791-AAFC-27F7268E347A}" srcOrd="0" destOrd="0" parTransId="{6D348732-6256-4F76-A7D6-9F9D9EA1D5BC}" sibTransId="{463B3BC4-3FBE-4075-91BD-F69AFE4884F3}"/>
    <dgm:cxn modelId="{59F7B181-8BA1-411B-B313-12A62F111DC6}" type="presOf" srcId="{F4DAC338-DBEE-44D7-8A9D-242ADF5499FA}" destId="{29131D4E-B654-461F-A64B-5135E76942F7}" srcOrd="0" destOrd="0" presId="urn:microsoft.com/office/officeart/2005/8/layout/hList1"/>
    <dgm:cxn modelId="{EE1FA686-03F9-45D8-831C-770391F39C33}" type="presOf" srcId="{A0CA75CA-3166-4F0B-B712-7C46765C1995}" destId="{1B94C01C-1DC1-498D-8C2C-B8D9F47E5B61}" srcOrd="0" destOrd="4" presId="urn:microsoft.com/office/officeart/2005/8/layout/hList1"/>
    <dgm:cxn modelId="{C9171A8C-473C-4AAB-AC7B-05B653DE7137}" srcId="{1A879961-A427-466F-B015-E92033E1110A}" destId="{80E77CF1-0EA8-4F6D-BFE4-BB3574EEC5AB}" srcOrd="1" destOrd="0" parTransId="{0AD4EE01-9C3A-4CE2-B5FA-2A325ED42FDB}" sibTransId="{E1744166-B258-4483-B4F4-E563710549BC}"/>
    <dgm:cxn modelId="{A69C438C-FA2C-4C28-98F7-4D9FAA908E99}" srcId="{F4DAC338-DBEE-44D7-8A9D-242ADF5499FA}" destId="{483C8D7E-0061-4A71-8D94-58CFE3524AB4}" srcOrd="9" destOrd="0" parTransId="{E6C1D0FB-E0D6-4FFC-AA89-FA9EDC91B823}" sibTransId="{EAB1261E-6FFF-4754-90A3-CAD12AB6403E}"/>
    <dgm:cxn modelId="{7903E290-3F3F-449E-94FA-91ACB1835825}" srcId="{1A879961-A427-466F-B015-E92033E1110A}" destId="{1509A9A7-53E9-446B-AA0A-D0A0B9674CFF}" srcOrd="3" destOrd="0" parTransId="{8BF7CE60-FEB7-460E-9ECA-9339B4DB7B33}" sibTransId="{F20B3D91-38CB-42C6-8AF1-2847E113FB6D}"/>
    <dgm:cxn modelId="{ADB33896-B4A3-43BB-AED4-131C84A21889}" srcId="{30815E62-40C7-426E-80B2-52357025685F}" destId="{6567268A-7283-43D9-8B70-6539E37476ED}" srcOrd="0" destOrd="0" parTransId="{EC588BE3-ABB7-425B-80E2-C542342C605C}" sibTransId="{994881F2-B5A6-4599-BED9-B7A329D24FF5}"/>
    <dgm:cxn modelId="{3A7E8298-4C2D-46B8-9752-5BFACB1ED200}" type="presOf" srcId="{483C8D7E-0061-4A71-8D94-58CFE3524AB4}" destId="{55EF346D-B616-4B66-B746-D787CB91C212}" srcOrd="0" destOrd="9" presId="urn:microsoft.com/office/officeart/2005/8/layout/hList1"/>
    <dgm:cxn modelId="{6F84A59A-4ADF-4EA1-B0A9-6DD574013EF1}" type="presOf" srcId="{CC9E0796-B8AC-481D-A62B-1A03900B0115}" destId="{55EF346D-B616-4B66-B746-D787CB91C212}" srcOrd="0" destOrd="6" presId="urn:microsoft.com/office/officeart/2005/8/layout/hList1"/>
    <dgm:cxn modelId="{3818BC9A-BC27-454E-BA95-6C837F077CD0}" type="presOf" srcId="{B272B85E-AB95-496B-BFFE-A4129E73BDC9}" destId="{E0B901FF-34AF-4924-B087-FEEB2EDE543E}" srcOrd="0" destOrd="6" presId="urn:microsoft.com/office/officeart/2005/8/layout/hList1"/>
    <dgm:cxn modelId="{E737F39A-127C-4DEB-ABBC-6A2573A78619}" srcId="{79F6AAE6-76F2-4E19-991E-63B64A1F5EE7}" destId="{D89A5008-D3C6-45FF-B598-BCF84EC488A9}" srcOrd="9" destOrd="0" parTransId="{9C2D1DF1-AC18-4362-B72F-DF3547DF1B89}" sibTransId="{D4BD0F80-5167-404B-99B6-1462E89390AC}"/>
    <dgm:cxn modelId="{888E2B9C-3D2A-45D0-8A1A-81CDC9E8B6CE}" srcId="{1A879961-A427-466F-B015-E92033E1110A}" destId="{65C29FC5-3D2A-4FDF-9B79-01992222C563}" srcOrd="4" destOrd="0" parTransId="{8CB5078E-B59C-459D-B8EA-6601632E9F14}" sibTransId="{0F0ADCF4-1116-47CA-8511-54944D3722F2}"/>
    <dgm:cxn modelId="{1985789C-F733-4720-BC43-DA956F8D826D}" type="presOf" srcId="{1509A9A7-53E9-446B-AA0A-D0A0B9674CFF}" destId="{B52A5248-E5CE-4237-B839-0BD7A358258E}" srcOrd="0" destOrd="3" presId="urn:microsoft.com/office/officeart/2005/8/layout/hList1"/>
    <dgm:cxn modelId="{C4E2B39F-2E66-4D1E-BCA8-F007EB3CBAD6}" srcId="{6374AC1B-0229-4FCD-995E-11CD9EE05285}" destId="{1A879961-A427-466F-B015-E92033E1110A}" srcOrd="1" destOrd="0" parTransId="{155A48C3-A5DB-48CF-A4B0-66A6E5A0C9E7}" sibTransId="{5C5A342F-2F51-4523-BB78-9317B118ABF3}"/>
    <dgm:cxn modelId="{F8C2E9A1-12DC-4394-9973-F245D2948552}" srcId="{1A879961-A427-466F-B015-E92033E1110A}" destId="{8BD6DB91-3B6E-4F97-B5DF-8FE29494A5CD}" srcOrd="6" destOrd="0" parTransId="{D693998D-B4C6-4103-8A7E-FBA2ABA4B7A0}" sibTransId="{040B4E93-553D-4ADE-83EA-26DD3486D72F}"/>
    <dgm:cxn modelId="{F5C00EA8-6242-44C7-8925-7C7BDF577F1A}" srcId="{79F6AAE6-76F2-4E19-991E-63B64A1F5EE7}" destId="{98F1B151-2DA1-4369-B8D5-F579EF52185C}" srcOrd="1" destOrd="0" parTransId="{4262B9AE-4FF6-4E18-9B9D-264990B70A28}" sibTransId="{DADFA361-ED6B-4FA0-BB2E-9482CD2591D7}"/>
    <dgm:cxn modelId="{768F4CB1-6EB0-41B7-8C57-FDE6C512A81A}" type="presOf" srcId="{0130D3C4-DE96-4A08-AF0C-FA8B80874C84}" destId="{B52A5248-E5CE-4237-B839-0BD7A358258E}" srcOrd="0" destOrd="7" presId="urn:microsoft.com/office/officeart/2005/8/layout/hList1"/>
    <dgm:cxn modelId="{3C07A6B5-1D3F-4FED-A1AE-DF022982844E}" type="presOf" srcId="{F035D1A7-0ECC-4FEB-ADFB-BB7F6455F77A}" destId="{55EF346D-B616-4B66-B746-D787CB91C212}" srcOrd="0" destOrd="5" presId="urn:microsoft.com/office/officeart/2005/8/layout/hList1"/>
    <dgm:cxn modelId="{3546ECB8-7381-46B8-A6C2-689C0950E7F8}" type="presOf" srcId="{80E77CF1-0EA8-4F6D-BFE4-BB3574EEC5AB}" destId="{B52A5248-E5CE-4237-B839-0BD7A358258E}" srcOrd="0" destOrd="1" presId="urn:microsoft.com/office/officeart/2005/8/layout/hList1"/>
    <dgm:cxn modelId="{2D2FDABA-EA0F-4B93-954C-475E3C8D4861}" type="presOf" srcId="{6374AC1B-0229-4FCD-995E-11CD9EE05285}" destId="{CC9811DD-6487-413A-A569-64746AAB2096}" srcOrd="0" destOrd="0" presId="urn:microsoft.com/office/officeart/2005/8/layout/hList1"/>
    <dgm:cxn modelId="{89F8BABD-02E5-4E2B-9EE9-327E63933F2F}" type="presOf" srcId="{CF12E05C-3AB7-49A3-B7E5-808B0F223341}" destId="{55EF346D-B616-4B66-B746-D787CB91C212}" srcOrd="0" destOrd="7" presId="urn:microsoft.com/office/officeart/2005/8/layout/hList1"/>
    <dgm:cxn modelId="{744448C4-A03D-4E7A-B3F8-2FE04BF1F325}" type="presOf" srcId="{E2A1E830-643A-44F1-AC47-5538E7342F5B}" destId="{1B94C01C-1DC1-498D-8C2C-B8D9F47E5B61}" srcOrd="0" destOrd="8" presId="urn:microsoft.com/office/officeart/2005/8/layout/hList1"/>
    <dgm:cxn modelId="{D821F6C6-C7BD-4F78-BBF0-1D482CA5503B}" srcId="{79F6AAE6-76F2-4E19-991E-63B64A1F5EE7}" destId="{95BC77C9-3CCB-4DED-AFFD-365630D7B230}" srcOrd="0" destOrd="0" parTransId="{064C0C03-3750-4A88-8D73-5C69345C3C98}" sibTransId="{6F5B1EC1-93B6-4FEE-B707-8C6020169C11}"/>
    <dgm:cxn modelId="{EC5239C7-88F3-438F-A670-C7B041D951BC}" type="presOf" srcId="{00133A0F-8C94-4877-A9E4-81293F3FFBE9}" destId="{B52A5248-E5CE-4237-B839-0BD7A358258E}" srcOrd="0" destOrd="8" presId="urn:microsoft.com/office/officeart/2005/8/layout/hList1"/>
    <dgm:cxn modelId="{DF703AC7-E2DE-4F75-AD0F-83272DA84439}" srcId="{30815E62-40C7-426E-80B2-52357025685F}" destId="{FB5A7AB4-A7B9-44AF-93DE-8637133B1BD9}" srcOrd="7" destOrd="0" parTransId="{472CFCC9-6EA5-4410-B62B-F3C56C338E1B}" sibTransId="{695908AA-9323-465C-BF41-31EBE52BC553}"/>
    <dgm:cxn modelId="{DF96B6C8-674F-412E-8A5C-2C495ED4F6BA}" srcId="{6374AC1B-0229-4FCD-995E-11CD9EE05285}" destId="{79F6AAE6-76F2-4E19-991E-63B64A1F5EE7}" srcOrd="3" destOrd="0" parTransId="{C846C2E0-6DC7-4EA1-A31B-A0ED7AFD77FA}" sibTransId="{5D54641C-2BF1-4936-AD79-41C5C7934458}"/>
    <dgm:cxn modelId="{86B9A7CD-2CA4-4165-A27B-25D759951729}" type="presOf" srcId="{89507C43-7479-4EEE-849D-05078B8424E1}" destId="{55EF346D-B616-4B66-B746-D787CB91C212}" srcOrd="0" destOrd="3" presId="urn:microsoft.com/office/officeart/2005/8/layout/hList1"/>
    <dgm:cxn modelId="{18DFF1D0-766F-4EBB-9BDC-4B9F898D3417}" srcId="{30815E62-40C7-426E-80B2-52357025685F}" destId="{12F6538A-240C-4779-85A5-A70FCDBDADE6}" srcOrd="1" destOrd="0" parTransId="{31EDB47F-7490-4B60-A528-F8EB94ED96ED}" sibTransId="{94CDF12A-CFB3-436F-B464-FC00B674C1B6}"/>
    <dgm:cxn modelId="{45A4CBD2-227E-4B2D-9719-478B1A29AAA0}" srcId="{79F6AAE6-76F2-4E19-991E-63B64A1F5EE7}" destId="{B73DFD77-AD28-435F-93B1-498738829443}" srcOrd="6" destOrd="0" parTransId="{6BB0F058-FE4F-4995-809C-F19E41D4B13C}" sibTransId="{3C215F70-5A88-40F8-9F8B-06F1D66CAE15}"/>
    <dgm:cxn modelId="{F206A3D7-4089-4F67-BB7F-80DC3AC75020}" type="presOf" srcId="{1A879961-A427-466F-B015-E92033E1110A}" destId="{29717A32-9863-46C8-9057-CD2C203ABDF1}" srcOrd="0" destOrd="0" presId="urn:microsoft.com/office/officeart/2005/8/layout/hList1"/>
    <dgm:cxn modelId="{CBE175D8-C6AD-40D6-B0EB-9A1957DFB12B}" type="presOf" srcId="{FB5A7AB4-A7B9-44AF-93DE-8637133B1BD9}" destId="{E0B901FF-34AF-4924-B087-FEEB2EDE543E}" srcOrd="0" destOrd="7" presId="urn:microsoft.com/office/officeart/2005/8/layout/hList1"/>
    <dgm:cxn modelId="{CCDA0BD9-E693-45D6-ACE8-FED19B833008}" srcId="{30815E62-40C7-426E-80B2-52357025685F}" destId="{E62B5666-1421-4170-85DF-BE82CCCD7EBF}" srcOrd="4" destOrd="0" parTransId="{DA249958-C26D-410C-992D-4162A071141B}" sibTransId="{4F03BB34-E691-47C8-825F-F82C484111E0}"/>
    <dgm:cxn modelId="{7301BBE0-4B97-483F-8BF9-96973171E851}" type="presOf" srcId="{65C29FC5-3D2A-4FDF-9B79-01992222C563}" destId="{B52A5248-E5CE-4237-B839-0BD7A358258E}" srcOrd="0" destOrd="4" presId="urn:microsoft.com/office/officeart/2005/8/layout/hList1"/>
    <dgm:cxn modelId="{8B1AA1E1-5FAB-49E7-837B-F2B28AF6EE98}" type="presOf" srcId="{B6614B0A-DDE8-41AB-804C-44CE82C2D1DC}" destId="{1B94C01C-1DC1-498D-8C2C-B8D9F47E5B61}" srcOrd="0" destOrd="2" presId="urn:microsoft.com/office/officeart/2005/8/layout/hList1"/>
    <dgm:cxn modelId="{63C460E3-1031-4C63-AAE9-A3D3BFC50209}" type="presOf" srcId="{509105E0-7DD9-4791-AAFC-27F7268E347A}" destId="{55EF346D-B616-4B66-B746-D787CB91C212}" srcOrd="0" destOrd="0" presId="urn:microsoft.com/office/officeart/2005/8/layout/hList1"/>
    <dgm:cxn modelId="{4ADCBAE3-9ABE-4CB8-A858-ABC8B267FA54}" srcId="{F4DAC338-DBEE-44D7-8A9D-242ADF5499FA}" destId="{B31EB003-2F44-47C9-A7B7-650620F5E51E}" srcOrd="8" destOrd="0" parTransId="{FC658536-32C6-450F-80E9-0C576614001E}" sibTransId="{10545EA3-9505-4FA0-977B-28B770D898A9}"/>
    <dgm:cxn modelId="{4E5F20E4-6FC5-4442-A2AF-936B4E910D87}" type="presOf" srcId="{98F1B151-2DA1-4369-B8D5-F579EF52185C}" destId="{1B94C01C-1DC1-498D-8C2C-B8D9F47E5B61}" srcOrd="0" destOrd="1" presId="urn:microsoft.com/office/officeart/2005/8/layout/hList1"/>
    <dgm:cxn modelId="{FC378BE4-93B2-4157-90B1-9E6A67994B28}" srcId="{6374AC1B-0229-4FCD-995E-11CD9EE05285}" destId="{30815E62-40C7-426E-80B2-52357025685F}" srcOrd="0" destOrd="0" parTransId="{3F7F3A92-DB36-4A20-9FCE-AB9EFCCA8F52}" sibTransId="{56585C04-4917-4049-A1F6-BF9E0057DC16}"/>
    <dgm:cxn modelId="{B78D85E9-BBF9-456E-B300-168082366772}" srcId="{79F6AAE6-76F2-4E19-991E-63B64A1F5EE7}" destId="{2EC4A201-406D-4C98-A596-9F7F9D1149D7}" srcOrd="3" destOrd="0" parTransId="{6D3947BC-47E6-4F45-8237-39265623D002}" sibTransId="{D5A32A67-99B0-4660-AA96-743874EA0227}"/>
    <dgm:cxn modelId="{337CA3E9-F4D6-4B6B-AADD-913D3A7E05CE}" srcId="{1A879961-A427-466F-B015-E92033E1110A}" destId="{CA1BCE73-0C83-4226-9942-F57DF76C8BC8}" srcOrd="9" destOrd="0" parTransId="{EECA50BB-9EA8-42FA-A810-6A84DCAB8C44}" sibTransId="{55878C7A-AC12-49CB-BABF-A54DE7502FB9}"/>
    <dgm:cxn modelId="{CC396CEF-14A7-4063-825F-C78BB501D0A3}" type="presOf" srcId="{2EC4A201-406D-4C98-A596-9F7F9D1149D7}" destId="{1B94C01C-1DC1-498D-8C2C-B8D9F47E5B61}" srcOrd="0" destOrd="3" presId="urn:microsoft.com/office/officeart/2005/8/layout/hList1"/>
    <dgm:cxn modelId="{EF21D5F0-C935-429C-BA60-7EFA3CC3AC51}" type="presOf" srcId="{B73DFD77-AD28-435F-93B1-498738829443}" destId="{1B94C01C-1DC1-498D-8C2C-B8D9F47E5B61}" srcOrd="0" destOrd="6" presId="urn:microsoft.com/office/officeart/2005/8/layout/hList1"/>
    <dgm:cxn modelId="{1A5434F1-3D2D-4EEB-8FC4-4F478B300DA9}" srcId="{30815E62-40C7-426E-80B2-52357025685F}" destId="{B272B85E-AB95-496B-BFFE-A4129E73BDC9}" srcOrd="6" destOrd="0" parTransId="{0B74FA95-AE3B-4EFF-B017-A8E93C51A3D6}" sibTransId="{8CD9788C-180D-4923-AC4D-B43B5A6192DB}"/>
    <dgm:cxn modelId="{4CA969F4-7B86-4CC4-A775-4DA39982D97E}" type="presOf" srcId="{95BC77C9-3CCB-4DED-AFFD-365630D7B230}" destId="{1B94C01C-1DC1-498D-8C2C-B8D9F47E5B61}" srcOrd="0" destOrd="0" presId="urn:microsoft.com/office/officeart/2005/8/layout/hList1"/>
    <dgm:cxn modelId="{2767B4FA-B149-4173-AA59-71AE762C671A}" type="presOf" srcId="{2BF90855-4DA4-41F8-91E6-4507A9A3DCDE}" destId="{55EF346D-B616-4B66-B746-D787CB91C212}" srcOrd="0" destOrd="2" presId="urn:microsoft.com/office/officeart/2005/8/layout/hList1"/>
    <dgm:cxn modelId="{EB5867C0-EE7D-4454-BC73-7B4FCD143E78}" type="presParOf" srcId="{CC9811DD-6487-413A-A569-64746AAB2096}" destId="{5A835063-E940-418A-8E56-B5248B253DF2}" srcOrd="0" destOrd="0" presId="urn:microsoft.com/office/officeart/2005/8/layout/hList1"/>
    <dgm:cxn modelId="{1056F9D9-3482-48C5-9E34-E6D0CBD0DBAD}" type="presParOf" srcId="{5A835063-E940-418A-8E56-B5248B253DF2}" destId="{A26AD8CC-7F90-418C-A57E-0CCB37A49A94}" srcOrd="0" destOrd="0" presId="urn:microsoft.com/office/officeart/2005/8/layout/hList1"/>
    <dgm:cxn modelId="{F2ED2DAC-BBE8-43CA-B287-7EE1F78843FC}" type="presParOf" srcId="{5A835063-E940-418A-8E56-B5248B253DF2}" destId="{E0B901FF-34AF-4924-B087-FEEB2EDE543E}" srcOrd="1" destOrd="0" presId="urn:microsoft.com/office/officeart/2005/8/layout/hList1"/>
    <dgm:cxn modelId="{0ED7DAFF-3DD4-4E9A-8937-B96B83C52F13}" type="presParOf" srcId="{CC9811DD-6487-413A-A569-64746AAB2096}" destId="{AA42046F-9F12-41D2-A135-F380CE1C675B}" srcOrd="1" destOrd="0" presId="urn:microsoft.com/office/officeart/2005/8/layout/hList1"/>
    <dgm:cxn modelId="{EF0D6C88-5865-419E-B2CC-22F27F001ABE}" type="presParOf" srcId="{CC9811DD-6487-413A-A569-64746AAB2096}" destId="{BCEA0290-1E0D-4424-A515-0579DCE01777}" srcOrd="2" destOrd="0" presId="urn:microsoft.com/office/officeart/2005/8/layout/hList1"/>
    <dgm:cxn modelId="{91E45ECB-D526-48A0-B60C-A11550A2B2B3}" type="presParOf" srcId="{BCEA0290-1E0D-4424-A515-0579DCE01777}" destId="{29717A32-9863-46C8-9057-CD2C203ABDF1}" srcOrd="0" destOrd="0" presId="urn:microsoft.com/office/officeart/2005/8/layout/hList1"/>
    <dgm:cxn modelId="{D325511D-E53B-4D20-9E0F-2F3CEEFE65AB}" type="presParOf" srcId="{BCEA0290-1E0D-4424-A515-0579DCE01777}" destId="{B52A5248-E5CE-4237-B839-0BD7A358258E}" srcOrd="1" destOrd="0" presId="urn:microsoft.com/office/officeart/2005/8/layout/hList1"/>
    <dgm:cxn modelId="{EE593F84-D32A-40E1-87A0-956A46E0C0AA}" type="presParOf" srcId="{CC9811DD-6487-413A-A569-64746AAB2096}" destId="{BBDEE0A7-8D40-457A-A3BC-49612C014FE2}" srcOrd="3" destOrd="0" presId="urn:microsoft.com/office/officeart/2005/8/layout/hList1"/>
    <dgm:cxn modelId="{71A54BD7-E7C8-42E2-BD9E-B58D2F4C285D}" type="presParOf" srcId="{CC9811DD-6487-413A-A569-64746AAB2096}" destId="{09D448A6-14FF-40E9-9239-4B401E9B0790}" srcOrd="4" destOrd="0" presId="urn:microsoft.com/office/officeart/2005/8/layout/hList1"/>
    <dgm:cxn modelId="{696F7506-1FAC-4B48-A23A-08F7BDE96051}" type="presParOf" srcId="{09D448A6-14FF-40E9-9239-4B401E9B0790}" destId="{29131D4E-B654-461F-A64B-5135E76942F7}" srcOrd="0" destOrd="0" presId="urn:microsoft.com/office/officeart/2005/8/layout/hList1"/>
    <dgm:cxn modelId="{C4C0561A-0291-438E-B2AF-57E7F58E5805}" type="presParOf" srcId="{09D448A6-14FF-40E9-9239-4B401E9B0790}" destId="{55EF346D-B616-4B66-B746-D787CB91C212}" srcOrd="1" destOrd="0" presId="urn:microsoft.com/office/officeart/2005/8/layout/hList1"/>
    <dgm:cxn modelId="{BE202FAB-D4DE-4BE3-8D20-6F7A8881CA34}" type="presParOf" srcId="{CC9811DD-6487-413A-A569-64746AAB2096}" destId="{E8CA8D83-F6C6-4BB8-A343-CC582B796BA5}" srcOrd="5" destOrd="0" presId="urn:microsoft.com/office/officeart/2005/8/layout/hList1"/>
    <dgm:cxn modelId="{2275662D-7FD2-4FCA-9883-52FE274098D6}" type="presParOf" srcId="{CC9811DD-6487-413A-A569-64746AAB2096}" destId="{73490039-E31F-4578-B171-AC02CE0CC18F}" srcOrd="6" destOrd="0" presId="urn:microsoft.com/office/officeart/2005/8/layout/hList1"/>
    <dgm:cxn modelId="{8F8C9384-7A7C-409F-AF2C-F862DE68E26F}" type="presParOf" srcId="{73490039-E31F-4578-B171-AC02CE0CC18F}" destId="{33391748-543B-4C45-9F6C-112842578F49}" srcOrd="0" destOrd="0" presId="urn:microsoft.com/office/officeart/2005/8/layout/hList1"/>
    <dgm:cxn modelId="{5D315946-EDF8-40EE-AAE6-64BCFB209938}" type="presParOf" srcId="{73490039-E31F-4578-B171-AC02CE0CC18F}" destId="{1B94C01C-1DC1-498D-8C2C-B8D9F47E5B6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019676-5872-4BA6-9A0A-C61BC62B872C}">
      <dsp:nvSpPr>
        <dsp:cNvPr id="0" name=""/>
        <dsp:cNvSpPr/>
      </dsp:nvSpPr>
      <dsp:spPr>
        <a:xfrm>
          <a:off x="3295" y="246182"/>
          <a:ext cx="1897335" cy="832417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accent2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Removing numbers and special characters</a:t>
          </a:r>
          <a:endParaRPr lang="en-US" sz="1400" kern="1200" dirty="0"/>
        </a:p>
      </dsp:txBody>
      <dsp:txXfrm>
        <a:off x="27676" y="270563"/>
        <a:ext cx="1848573" cy="783655"/>
      </dsp:txXfrm>
    </dsp:sp>
    <dsp:sp modelId="{B7349D2A-A0EB-454C-8A6F-F91452F5B8CA}">
      <dsp:nvSpPr>
        <dsp:cNvPr id="0" name=""/>
        <dsp:cNvSpPr/>
      </dsp:nvSpPr>
      <dsp:spPr>
        <a:xfrm>
          <a:off x="2033154" y="498061"/>
          <a:ext cx="280951" cy="3286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033154" y="563793"/>
        <a:ext cx="196666" cy="197195"/>
      </dsp:txXfrm>
    </dsp:sp>
    <dsp:sp modelId="{473587DA-D267-42B5-B3B3-3F381CA3D07F}">
      <dsp:nvSpPr>
        <dsp:cNvPr id="0" name=""/>
        <dsp:cNvSpPr/>
      </dsp:nvSpPr>
      <dsp:spPr>
        <a:xfrm>
          <a:off x="2430727" y="246182"/>
          <a:ext cx="1325241" cy="832417"/>
        </a:xfrm>
        <a:prstGeom prst="roundRect">
          <a:avLst>
            <a:gd name="adj" fmla="val 10000"/>
          </a:avLst>
        </a:prstGeom>
        <a:solidFill>
          <a:schemeClr val="accent3"/>
        </a:solidFill>
        <a:ln w="12700" cap="flat" cmpd="sng" algn="ctr">
          <a:solidFill>
            <a:schemeClr val="accent3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Spell correction</a:t>
          </a:r>
        </a:p>
      </dsp:txBody>
      <dsp:txXfrm>
        <a:off x="2455108" y="270563"/>
        <a:ext cx="1276479" cy="783655"/>
      </dsp:txXfrm>
    </dsp:sp>
    <dsp:sp modelId="{E26B665A-2294-4D1C-BA28-3EBF92F8DD6A}">
      <dsp:nvSpPr>
        <dsp:cNvPr id="0" name=""/>
        <dsp:cNvSpPr/>
      </dsp:nvSpPr>
      <dsp:spPr>
        <a:xfrm>
          <a:off x="3888493" y="498061"/>
          <a:ext cx="280951" cy="3286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3888493" y="563793"/>
        <a:ext cx="196666" cy="197195"/>
      </dsp:txXfrm>
    </dsp:sp>
    <dsp:sp modelId="{709BD668-D2A2-461A-8717-D9760A33D50D}">
      <dsp:nvSpPr>
        <dsp:cNvPr id="0" name=""/>
        <dsp:cNvSpPr/>
      </dsp:nvSpPr>
      <dsp:spPr>
        <a:xfrm>
          <a:off x="4286065" y="246182"/>
          <a:ext cx="1325241" cy="832417"/>
        </a:xfrm>
        <a:prstGeom prst="roundRect">
          <a:avLst>
            <a:gd name="adj" fmla="val 10000"/>
          </a:avLst>
        </a:prstGeom>
        <a:solidFill>
          <a:schemeClr val="accent4"/>
        </a:solidFill>
        <a:ln w="12700" cap="flat" cmpd="sng" algn="ctr">
          <a:solidFill>
            <a:schemeClr val="accent4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Removing stopwords</a:t>
          </a:r>
        </a:p>
      </dsp:txBody>
      <dsp:txXfrm>
        <a:off x="4310446" y="270563"/>
        <a:ext cx="1276479" cy="783655"/>
      </dsp:txXfrm>
    </dsp:sp>
    <dsp:sp modelId="{0F9217C8-5648-4F4B-A90E-EB1622899FA3}">
      <dsp:nvSpPr>
        <dsp:cNvPr id="0" name=""/>
        <dsp:cNvSpPr/>
      </dsp:nvSpPr>
      <dsp:spPr>
        <a:xfrm>
          <a:off x="5743831" y="498061"/>
          <a:ext cx="280951" cy="3286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5743831" y="563793"/>
        <a:ext cx="196666" cy="197195"/>
      </dsp:txXfrm>
    </dsp:sp>
    <dsp:sp modelId="{4ED60951-8A6D-496E-857C-060C6300F7E2}">
      <dsp:nvSpPr>
        <dsp:cNvPr id="0" name=""/>
        <dsp:cNvSpPr/>
      </dsp:nvSpPr>
      <dsp:spPr>
        <a:xfrm>
          <a:off x="6141404" y="246182"/>
          <a:ext cx="1325241" cy="832417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accent5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5">
            <a:shade val="50000"/>
          </a:schemeClr>
        </a:lnRef>
        <a:fillRef idx="1">
          <a:schemeClr val="accent5"/>
        </a:fillRef>
        <a:effectRef idx="0">
          <a:schemeClr val="accent5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Lemmatization</a:t>
          </a:r>
        </a:p>
      </dsp:txBody>
      <dsp:txXfrm>
        <a:off x="6165785" y="270563"/>
        <a:ext cx="1276479" cy="783655"/>
      </dsp:txXfrm>
    </dsp:sp>
    <dsp:sp modelId="{2CE4962C-F97D-4686-9576-C1A485398F96}">
      <dsp:nvSpPr>
        <dsp:cNvPr id="0" name=""/>
        <dsp:cNvSpPr/>
      </dsp:nvSpPr>
      <dsp:spPr>
        <a:xfrm>
          <a:off x="7599170" y="498061"/>
          <a:ext cx="280951" cy="3286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7599170" y="563793"/>
        <a:ext cx="196666" cy="197195"/>
      </dsp:txXfrm>
    </dsp:sp>
    <dsp:sp modelId="{BBB44CC5-2AFC-402C-BE88-28EA6ABF8638}">
      <dsp:nvSpPr>
        <dsp:cNvPr id="0" name=""/>
        <dsp:cNvSpPr/>
      </dsp:nvSpPr>
      <dsp:spPr>
        <a:xfrm>
          <a:off x="7996742" y="246182"/>
          <a:ext cx="1325241" cy="832417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accent6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Remove &lt; 3 char words</a:t>
          </a:r>
        </a:p>
      </dsp:txBody>
      <dsp:txXfrm>
        <a:off x="8021123" y="270563"/>
        <a:ext cx="1276479" cy="783655"/>
      </dsp:txXfrm>
    </dsp:sp>
    <dsp:sp modelId="{CF5B8A9E-4B03-40B0-8473-51DEF43F56FE}">
      <dsp:nvSpPr>
        <dsp:cNvPr id="0" name=""/>
        <dsp:cNvSpPr/>
      </dsp:nvSpPr>
      <dsp:spPr>
        <a:xfrm>
          <a:off x="9454508" y="498061"/>
          <a:ext cx="280951" cy="3286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9454508" y="563793"/>
        <a:ext cx="196666" cy="197195"/>
      </dsp:txXfrm>
    </dsp:sp>
    <dsp:sp modelId="{A4A7549E-B6F2-4E36-8220-A9594F1D1D78}">
      <dsp:nvSpPr>
        <dsp:cNvPr id="0" name=""/>
        <dsp:cNvSpPr/>
      </dsp:nvSpPr>
      <dsp:spPr>
        <a:xfrm>
          <a:off x="9852080" y="246182"/>
          <a:ext cx="1325241" cy="832417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accent1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Remove noise words</a:t>
          </a:r>
        </a:p>
      </dsp:txBody>
      <dsp:txXfrm>
        <a:off x="9876461" y="270563"/>
        <a:ext cx="1276479" cy="7836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6AD8CC-7F90-418C-A57E-0CCB37A49A94}">
      <dsp:nvSpPr>
        <dsp:cNvPr id="0" name=""/>
        <dsp:cNvSpPr/>
      </dsp:nvSpPr>
      <dsp:spPr>
        <a:xfrm>
          <a:off x="4219" y="47645"/>
          <a:ext cx="2537458" cy="345600"/>
        </a:xfrm>
        <a:prstGeom prst="rect">
          <a:avLst/>
        </a:prstGeom>
        <a:gradFill rotWithShape="1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785" dist="33020" dir="3180000" algn="ctr" rotWithShape="0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Spell check</a:t>
          </a:r>
        </a:p>
      </dsp:txBody>
      <dsp:txXfrm>
        <a:off x="4219" y="47645"/>
        <a:ext cx="2537458" cy="345600"/>
      </dsp:txXfrm>
    </dsp:sp>
    <dsp:sp modelId="{E0B901FF-34AF-4924-B087-FEEB2EDE543E}">
      <dsp:nvSpPr>
        <dsp:cNvPr id="0" name=""/>
        <dsp:cNvSpPr/>
      </dsp:nvSpPr>
      <dsp:spPr>
        <a:xfrm>
          <a:off x="4219" y="393245"/>
          <a:ext cx="2537458" cy="2087572"/>
        </a:xfrm>
        <a:prstGeom prst="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57785" dist="33020" dir="3180000" algn="ctr" rotWithShape="0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flavrd</a:t>
          </a:r>
          <a:r>
            <a:rPr lang="en-US" sz="1200" kern="1200" dirty="0"/>
            <a:t>-lord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keylime-kylie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sunflwer-sunflower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caulicrmb-caulicrmb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stayman-starman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xref-ref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braeburn-rayburn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pinkldy</a:t>
          </a:r>
          <a:r>
            <a:rPr lang="en-US" sz="1200" kern="1200" dirty="0"/>
            <a:t>-pinky</a:t>
          </a:r>
        </a:p>
      </dsp:txBody>
      <dsp:txXfrm>
        <a:off x="4219" y="393245"/>
        <a:ext cx="2537458" cy="2087572"/>
      </dsp:txXfrm>
    </dsp:sp>
    <dsp:sp modelId="{29717A32-9863-46C8-9057-CD2C203ABDF1}">
      <dsp:nvSpPr>
        <dsp:cNvPr id="0" name=""/>
        <dsp:cNvSpPr/>
      </dsp:nvSpPr>
      <dsp:spPr>
        <a:xfrm>
          <a:off x="2896923" y="47645"/>
          <a:ext cx="2537458" cy="345600"/>
        </a:xfrm>
        <a:prstGeom prst="rect">
          <a:avLst/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785" dist="33020" dir="3180000" algn="ctr" rotWithShape="0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Auto-correct</a:t>
          </a:r>
        </a:p>
      </dsp:txBody>
      <dsp:txXfrm>
        <a:off x="2896923" y="47645"/>
        <a:ext cx="2537458" cy="345600"/>
      </dsp:txXfrm>
    </dsp:sp>
    <dsp:sp modelId="{B52A5248-E5CE-4237-B839-0BD7A358258E}">
      <dsp:nvSpPr>
        <dsp:cNvPr id="0" name=""/>
        <dsp:cNvSpPr/>
      </dsp:nvSpPr>
      <dsp:spPr>
        <a:xfrm>
          <a:off x="2896923" y="393245"/>
          <a:ext cx="2537458" cy="2087572"/>
        </a:xfrm>
        <a:prstGeom prst="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57785" dist="33020" dir="3180000" algn="ctr" rotWithShape="0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caramel-cartel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cartn</a:t>
          </a:r>
          <a:r>
            <a:rPr lang="en-US" sz="1200" kern="1200" dirty="0"/>
            <a:t>-cart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carton-carbon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cashew-case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snacker</a:t>
          </a:r>
          <a:r>
            <a:rPr lang="en-US" sz="1200" kern="1200" dirty="0"/>
            <a:t>-snake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snacking-stacking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spiced-spaced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sprinkle-sprinkled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veggie-reggae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grilling-drilling</a:t>
          </a:r>
        </a:p>
      </dsp:txBody>
      <dsp:txXfrm>
        <a:off x="2896923" y="393245"/>
        <a:ext cx="2537458" cy="2087572"/>
      </dsp:txXfrm>
    </dsp:sp>
    <dsp:sp modelId="{29131D4E-B654-461F-A64B-5135E76942F7}">
      <dsp:nvSpPr>
        <dsp:cNvPr id="0" name=""/>
        <dsp:cNvSpPr/>
      </dsp:nvSpPr>
      <dsp:spPr>
        <a:xfrm>
          <a:off x="5789626" y="47645"/>
          <a:ext cx="2537458" cy="345600"/>
        </a:xfrm>
        <a:prstGeom prst="rect">
          <a:avLst/>
        </a:prstGeom>
        <a:gradFill rotWithShape="1">
          <a:gsLst>
            <a:gs pos="0">
              <a:schemeClr val="accent6">
                <a:satMod val="103000"/>
                <a:lumMod val="102000"/>
                <a:tint val="94000"/>
              </a:schemeClr>
            </a:gs>
            <a:gs pos="50000">
              <a:schemeClr val="accent6">
                <a:satMod val="110000"/>
                <a:lumMod val="100000"/>
                <a:shade val="100000"/>
              </a:schemeClr>
            </a:gs>
            <a:gs pos="100000">
              <a:schemeClr val="accent6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785" dist="33020" dir="3180000" algn="ctr" rotWithShape="0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Textblob</a:t>
          </a:r>
        </a:p>
      </dsp:txBody>
      <dsp:txXfrm>
        <a:off x="5789626" y="47645"/>
        <a:ext cx="2537458" cy="345600"/>
      </dsp:txXfrm>
    </dsp:sp>
    <dsp:sp modelId="{55EF346D-B616-4B66-B746-D787CB91C212}">
      <dsp:nvSpPr>
        <dsp:cNvPr id="0" name=""/>
        <dsp:cNvSpPr/>
      </dsp:nvSpPr>
      <dsp:spPr>
        <a:xfrm>
          <a:off x="5789626" y="393245"/>
          <a:ext cx="2537458" cy="2087572"/>
        </a:xfrm>
        <a:prstGeom prst="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57785" dist="33020" dir="3180000" algn="ctr" rotWithShape="0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burger-burgher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chickn-chicken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chilean-clean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chili-child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coconut-coronet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pumpkin-pushkin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quince-quincy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radish-ravish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raisin-raising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thai-that</a:t>
          </a:r>
        </a:p>
      </dsp:txBody>
      <dsp:txXfrm>
        <a:off x="5789626" y="393245"/>
        <a:ext cx="2537458" cy="2087572"/>
      </dsp:txXfrm>
    </dsp:sp>
    <dsp:sp modelId="{33391748-543B-4C45-9F6C-112842578F49}">
      <dsp:nvSpPr>
        <dsp:cNvPr id="0" name=""/>
        <dsp:cNvSpPr/>
      </dsp:nvSpPr>
      <dsp:spPr>
        <a:xfrm>
          <a:off x="8682329" y="47645"/>
          <a:ext cx="2537458" cy="345600"/>
        </a:xfrm>
        <a:prstGeom prst="rect">
          <a:avLst/>
        </a:prstGeom>
        <a:gradFill rotWithShape="1">
          <a:gsLst>
            <a:gs pos="0">
              <a:schemeClr val="accent4">
                <a:satMod val="103000"/>
                <a:lumMod val="102000"/>
                <a:tint val="94000"/>
              </a:schemeClr>
            </a:gs>
            <a:gs pos="50000">
              <a:schemeClr val="accent4">
                <a:satMod val="110000"/>
                <a:lumMod val="100000"/>
                <a:shade val="100000"/>
              </a:schemeClr>
            </a:gs>
            <a:gs pos="100000">
              <a:schemeClr val="accent4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785" dist="33020" dir="3180000" algn="ctr" rotWithShape="0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Snowball Stemming</a:t>
          </a:r>
        </a:p>
      </dsp:txBody>
      <dsp:txXfrm>
        <a:off x="8682329" y="47645"/>
        <a:ext cx="2537458" cy="345600"/>
      </dsp:txXfrm>
    </dsp:sp>
    <dsp:sp modelId="{1B94C01C-1DC1-498D-8C2C-B8D9F47E5B61}">
      <dsp:nvSpPr>
        <dsp:cNvPr id="0" name=""/>
        <dsp:cNvSpPr/>
      </dsp:nvSpPr>
      <dsp:spPr>
        <a:xfrm>
          <a:off x="8682329" y="393245"/>
          <a:ext cx="2537458" cy="2087572"/>
        </a:xfrm>
        <a:prstGeom prst="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57785" dist="33020" dir="3180000" algn="ctr" rotWithShape="0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freshly  :  fresh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juice  :  juic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berry  :  berri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beverage  :  beverag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blackberry  :  blackberri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aloe  :  alo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anise  :  anis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apple  :  appl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cauliflower  :  cauliflow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sunflower  :  sunflow</a:t>
          </a:r>
        </a:p>
      </dsp:txBody>
      <dsp:txXfrm>
        <a:off x="8682329" y="393245"/>
        <a:ext cx="2537458" cy="20875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6385DD-8EB7-40E0-830B-D3BA96938F9D}" type="datetimeFigureOut">
              <a:rPr lang="en-US" smtClean="0"/>
              <a:t>7/21/2021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9862D4-D1FE-4D44-9D30-6726DFE65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23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862D4-D1FE-4D44-9D30-6726DFE65B6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52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tiff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6.tiff"/></Relationships>
</file>

<file path=ppt/slideLayouts/_rels/slideLayout5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F332-27FC-0041-99C1-697F936F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40404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1B105-836F-4240-99C4-9C94064A6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40404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2293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F332-27FC-0041-99C1-697F936F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40404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1B105-836F-4240-99C4-9C94064A6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40404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82401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D7D9-DE4A-EB44-A948-15530EFF9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69794-85F5-7E4B-AE1F-A68491841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9629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49DE6-FE4F-204B-8BC8-933D65853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87612-4E26-2446-928F-6FE282247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426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6848-AFCE-E64B-81C5-2A272FA0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927D5-6B1B-5C45-A99A-5D170A1CB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9E8F1-8FC0-7043-9717-C6F81B6BA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1560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06A2-451B-8B48-A090-9FF6C8FC5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2339B-2E64-4345-BDC0-BB2C19DD7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81859-680F-504A-A71A-82A6EEDA9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136BA2-5963-FA4E-8C76-71FF77365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B2717A-C715-0440-A8F9-574C38855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9739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D88FA-9303-4143-A431-7A4B4A0AC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87488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811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382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11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227667"/>
            <a:ext cx="10972800" cy="36576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</p:spTree>
    <p:extLst>
      <p:ext uri="{BB962C8B-B14F-4D97-AF65-F5344CB8AC3E}">
        <p14:creationId xmlns:p14="http://schemas.microsoft.com/office/powerpoint/2010/main" val="2410561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731520" y="1949414"/>
            <a:ext cx="10728960" cy="666786"/>
          </a:xfrm>
          <a:solidFill>
            <a:schemeClr val="accent1">
              <a:alpha val="0"/>
            </a:schemeClr>
          </a:solidFill>
        </p:spPr>
        <p:txBody>
          <a:bodyPr anchor="b"/>
          <a:lstStyle>
            <a:lvl1pPr algn="ctr">
              <a:defRPr sz="3733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731520" y="3657603"/>
            <a:ext cx="10728960" cy="853440"/>
          </a:xfrm>
          <a:solidFill>
            <a:schemeClr val="accent1">
              <a:alpha val="0"/>
            </a:schemeClr>
          </a:solidFill>
        </p:spPr>
        <p:txBody>
          <a:bodyPr/>
          <a:lstStyle>
            <a:lvl1pPr marL="0" indent="0" algn="ctr">
              <a:buFont typeface="Times" pitchFamily="18" charset="0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731520" y="5095240"/>
            <a:ext cx="10728960" cy="365760"/>
          </a:xfrm>
        </p:spPr>
        <p:txBody>
          <a:bodyPr anchor="ctr"/>
          <a:lstStyle>
            <a:lvl1pPr marL="0" indent="0" algn="ctr">
              <a:buNone/>
              <a:defRPr sz="1600" baseline="0"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Click to add date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2595908"/>
            <a:ext cx="7315200" cy="1122843"/>
            <a:chOff x="3352800" y="5063780"/>
            <a:chExt cx="5486400" cy="842132"/>
          </a:xfrm>
        </p:grpSpPr>
        <p:grpSp>
          <p:nvGrpSpPr>
            <p:cNvPr id="15" name="Group 14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17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16" name="Picture 15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2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070455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5575846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11040"/>
          </a:xfrm>
        </p:spPr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  <a:lvl2pPr>
              <a:defRPr>
                <a:latin typeface="Bogle" charset="0"/>
                <a:ea typeface="Bogle" charset="0"/>
                <a:cs typeface="Bogle" charset="0"/>
              </a:defRPr>
            </a:lvl2pPr>
            <a:lvl3pPr>
              <a:defRPr>
                <a:latin typeface="Bogle" charset="0"/>
                <a:ea typeface="Bogle" charset="0"/>
                <a:cs typeface="Bogle" charset="0"/>
              </a:defRPr>
            </a:lvl3pPr>
            <a:lvl4pPr>
              <a:defRPr>
                <a:latin typeface="Bogle" charset="0"/>
                <a:ea typeface="Bogle" charset="0"/>
                <a:cs typeface="Bogle" charset="0"/>
              </a:defRPr>
            </a:lvl4pPr>
            <a:lvl5pPr>
              <a:defRPr>
                <a:latin typeface="Bogle" charset="0"/>
                <a:ea typeface="Bogle" charset="0"/>
                <a:cs typeface="Bogle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227667"/>
            <a:ext cx="10972800" cy="365760"/>
          </a:xfr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5352232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83200" y="81492"/>
            <a:ext cx="1828800" cy="2997200"/>
          </a:xfrm>
          <a:prstGeom prst="rect">
            <a:avLst/>
          </a:prstGeom>
        </p:spPr>
      </p:pic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512637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5" name="object 17"/>
          <p:cNvSpPr/>
          <p:nvPr userDrawn="1"/>
        </p:nvSpPr>
        <p:spPr>
          <a:xfrm>
            <a:off x="5494693" y="496209"/>
            <a:ext cx="1422400" cy="2411647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FFC21F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0197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7" name="object 24"/>
          <p:cNvSpPr/>
          <p:nvPr userDrawn="1"/>
        </p:nvSpPr>
        <p:spPr>
          <a:xfrm>
            <a:off x="5486400" y="423029"/>
            <a:ext cx="1484616" cy="2517132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59"/>
                </a:lnTo>
                <a:lnTo>
                  <a:pt x="332191" y="42225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5BC678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9230821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8" name="object 31"/>
          <p:cNvSpPr/>
          <p:nvPr userDrawn="1"/>
        </p:nvSpPr>
        <p:spPr>
          <a:xfrm>
            <a:off x="5486400" y="442015"/>
            <a:ext cx="1484616" cy="2517132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0BAFF3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1691268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object 38"/>
          <p:cNvSpPr/>
          <p:nvPr userDrawn="1"/>
        </p:nvSpPr>
        <p:spPr>
          <a:xfrm>
            <a:off x="5465442" y="403160"/>
            <a:ext cx="1544959" cy="2619441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DA52D4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2305431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Freeform 101"/>
          <p:cNvSpPr>
            <a:spLocks noEditPoints="1"/>
          </p:cNvSpPr>
          <p:nvPr userDrawn="1"/>
        </p:nvSpPr>
        <p:spPr bwMode="auto">
          <a:xfrm>
            <a:off x="5283200" y="1294709"/>
            <a:ext cx="1625600" cy="1503955"/>
          </a:xfrm>
          <a:custGeom>
            <a:avLst/>
            <a:gdLst/>
            <a:ahLst/>
            <a:cxnLst>
              <a:cxn ang="0">
                <a:pos x="39" y="36"/>
              </a:cxn>
              <a:cxn ang="0">
                <a:pos x="41" y="44"/>
              </a:cxn>
              <a:cxn ang="0">
                <a:pos x="35" y="50"/>
              </a:cxn>
              <a:cxn ang="0">
                <a:pos x="27" y="53"/>
              </a:cxn>
              <a:cxn ang="0">
                <a:pos x="18" y="53"/>
              </a:cxn>
              <a:cxn ang="0">
                <a:pos x="11" y="50"/>
              </a:cxn>
              <a:cxn ang="0">
                <a:pos x="4" y="44"/>
              </a:cxn>
              <a:cxn ang="0">
                <a:pos x="6" y="36"/>
              </a:cxn>
              <a:cxn ang="0">
                <a:pos x="0" y="28"/>
              </a:cxn>
              <a:cxn ang="0">
                <a:pos x="7" y="23"/>
              </a:cxn>
              <a:cxn ang="0">
                <a:pos x="4" y="18"/>
              </a:cxn>
              <a:cxn ang="0">
                <a:pos x="15" y="16"/>
              </a:cxn>
              <a:cxn ang="0">
                <a:pos x="19" y="8"/>
              </a:cxn>
              <a:cxn ang="0">
                <a:pos x="28" y="15"/>
              </a:cxn>
              <a:cxn ang="0">
                <a:pos x="35" y="12"/>
              </a:cxn>
              <a:cxn ang="0">
                <a:pos x="41" y="19"/>
              </a:cxn>
              <a:cxn ang="0">
                <a:pos x="45" y="27"/>
              </a:cxn>
              <a:cxn ang="0">
                <a:pos x="23" y="22"/>
              </a:cxn>
              <a:cxn ang="0">
                <a:pos x="32" y="31"/>
              </a:cxn>
              <a:cxn ang="0">
                <a:pos x="63" y="16"/>
              </a:cxn>
              <a:cxn ang="0">
                <a:pos x="64" y="24"/>
              </a:cxn>
              <a:cxn ang="0">
                <a:pos x="55" y="22"/>
              </a:cxn>
              <a:cxn ang="0">
                <a:pos x="46" y="24"/>
              </a:cxn>
              <a:cxn ang="0">
                <a:pos x="46" y="16"/>
              </a:cxn>
              <a:cxn ang="0">
                <a:pos x="46" y="9"/>
              </a:cxn>
              <a:cxn ang="0">
                <a:pos x="46" y="2"/>
              </a:cxn>
              <a:cxn ang="0">
                <a:pos x="55" y="4"/>
              </a:cxn>
              <a:cxn ang="0">
                <a:pos x="59" y="0"/>
              </a:cxn>
              <a:cxn ang="0">
                <a:pos x="62" y="7"/>
              </a:cxn>
              <a:cxn ang="0">
                <a:pos x="68" y="15"/>
              </a:cxn>
              <a:cxn ang="0">
                <a:pos x="62" y="55"/>
              </a:cxn>
              <a:cxn ang="0">
                <a:pos x="59" y="63"/>
              </a:cxn>
              <a:cxn ang="0">
                <a:pos x="54" y="59"/>
              </a:cxn>
              <a:cxn ang="0">
                <a:pos x="45" y="60"/>
              </a:cxn>
              <a:cxn ang="0">
                <a:pos x="41" y="52"/>
              </a:cxn>
              <a:cxn ang="0">
                <a:pos x="47" y="44"/>
              </a:cxn>
              <a:cxn ang="0">
                <a:pos x="50" y="36"/>
              </a:cxn>
              <a:cxn ang="0">
                <a:pos x="56" y="40"/>
              </a:cxn>
              <a:cxn ang="0">
                <a:pos x="64" y="39"/>
              </a:cxn>
              <a:cxn ang="0">
                <a:pos x="63" y="46"/>
              </a:cxn>
              <a:cxn ang="0">
                <a:pos x="55" y="8"/>
              </a:cxn>
              <a:cxn ang="0">
                <a:pos x="59" y="13"/>
              </a:cxn>
              <a:cxn ang="0">
                <a:pos x="50" y="49"/>
              </a:cxn>
              <a:cxn ang="0">
                <a:pos x="55" y="45"/>
              </a:cxn>
            </a:cxnLst>
            <a:rect l="0" t="0" r="r" b="b"/>
            <a:pathLst>
              <a:path w="68" h="63">
                <a:moveTo>
                  <a:pt x="45" y="35"/>
                </a:moveTo>
                <a:cubicBezTo>
                  <a:pt x="45" y="35"/>
                  <a:pt x="45" y="36"/>
                  <a:pt x="45" y="36"/>
                </a:cubicBezTo>
                <a:cubicBezTo>
                  <a:pt x="39" y="36"/>
                  <a:pt x="39" y="36"/>
                  <a:pt x="39" y="36"/>
                </a:cubicBezTo>
                <a:cubicBezTo>
                  <a:pt x="39" y="37"/>
                  <a:pt x="38" y="38"/>
                  <a:pt x="38" y="39"/>
                </a:cubicBezTo>
                <a:cubicBezTo>
                  <a:pt x="39" y="41"/>
                  <a:pt x="40" y="42"/>
                  <a:pt x="41" y="43"/>
                </a:cubicBezTo>
                <a:cubicBezTo>
                  <a:pt x="41" y="43"/>
                  <a:pt x="41" y="44"/>
                  <a:pt x="41" y="44"/>
                </a:cubicBezTo>
                <a:cubicBezTo>
                  <a:pt x="41" y="44"/>
                  <a:pt x="41" y="44"/>
                  <a:pt x="41" y="45"/>
                </a:cubicBezTo>
                <a:cubicBezTo>
                  <a:pt x="40" y="46"/>
                  <a:pt x="36" y="50"/>
                  <a:pt x="35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31" y="47"/>
                  <a:pt x="31" y="47"/>
                  <a:pt x="31" y="47"/>
                </a:cubicBezTo>
                <a:cubicBezTo>
                  <a:pt x="30" y="47"/>
                  <a:pt x="29" y="47"/>
                  <a:pt x="28" y="48"/>
                </a:cubicBezTo>
                <a:cubicBezTo>
                  <a:pt x="28" y="49"/>
                  <a:pt x="27" y="51"/>
                  <a:pt x="27" y="53"/>
                </a:cubicBezTo>
                <a:cubicBezTo>
                  <a:pt x="27" y="54"/>
                  <a:pt x="26" y="54"/>
                  <a:pt x="26" y="54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4"/>
                  <a:pt x="18" y="54"/>
                  <a:pt x="18" y="53"/>
                </a:cubicBezTo>
                <a:cubicBezTo>
                  <a:pt x="17" y="48"/>
                  <a:pt x="17" y="48"/>
                  <a:pt x="17" y="48"/>
                </a:cubicBezTo>
                <a:cubicBezTo>
                  <a:pt x="16" y="47"/>
                  <a:pt x="16" y="47"/>
                  <a:pt x="15" y="47"/>
                </a:cubicBezTo>
                <a:cubicBezTo>
                  <a:pt x="11" y="50"/>
                  <a:pt x="11" y="50"/>
                  <a:pt x="11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10" y="50"/>
                  <a:pt x="9" y="50"/>
                  <a:pt x="9" y="50"/>
                </a:cubicBezTo>
                <a:cubicBezTo>
                  <a:pt x="8" y="49"/>
                  <a:pt x="4" y="45"/>
                  <a:pt x="4" y="44"/>
                </a:cubicBezTo>
                <a:cubicBezTo>
                  <a:pt x="4" y="44"/>
                  <a:pt x="4" y="44"/>
                  <a:pt x="4" y="43"/>
                </a:cubicBezTo>
                <a:cubicBezTo>
                  <a:pt x="5" y="42"/>
                  <a:pt x="6" y="41"/>
                  <a:pt x="7" y="39"/>
                </a:cubicBezTo>
                <a:cubicBezTo>
                  <a:pt x="7" y="38"/>
                  <a:pt x="6" y="37"/>
                  <a:pt x="6" y="36"/>
                </a:cubicBezTo>
                <a:cubicBezTo>
                  <a:pt x="1" y="35"/>
                  <a:pt x="1" y="35"/>
                  <a:pt x="1" y="35"/>
                </a:cubicBezTo>
                <a:cubicBezTo>
                  <a:pt x="0" y="35"/>
                  <a:pt x="0" y="35"/>
                  <a:pt x="0" y="34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7"/>
                  <a:pt x="0" y="27"/>
                  <a:pt x="1" y="27"/>
                </a:cubicBezTo>
                <a:cubicBezTo>
                  <a:pt x="6" y="26"/>
                  <a:pt x="6" y="26"/>
                  <a:pt x="6" y="26"/>
                </a:cubicBezTo>
                <a:cubicBezTo>
                  <a:pt x="6" y="25"/>
                  <a:pt x="7" y="24"/>
                  <a:pt x="7" y="23"/>
                </a:cubicBezTo>
                <a:cubicBezTo>
                  <a:pt x="6" y="22"/>
                  <a:pt x="5" y="20"/>
                  <a:pt x="4" y="19"/>
                </a:cubicBezTo>
                <a:cubicBezTo>
                  <a:pt x="4" y="19"/>
                  <a:pt x="4" y="19"/>
                  <a:pt x="4" y="18"/>
                </a:cubicBezTo>
                <a:cubicBezTo>
                  <a:pt x="4" y="18"/>
                  <a:pt x="4" y="18"/>
                  <a:pt x="4" y="18"/>
                </a:cubicBezTo>
                <a:cubicBezTo>
                  <a:pt x="5" y="17"/>
                  <a:pt x="9" y="12"/>
                  <a:pt x="10" y="12"/>
                </a:cubicBezTo>
                <a:cubicBezTo>
                  <a:pt x="10" y="12"/>
                  <a:pt x="10" y="12"/>
                  <a:pt x="11" y="13"/>
                </a:cubicBezTo>
                <a:cubicBezTo>
                  <a:pt x="15" y="16"/>
                  <a:pt x="15" y="16"/>
                  <a:pt x="15" y="16"/>
                </a:cubicBezTo>
                <a:cubicBezTo>
                  <a:pt x="16" y="15"/>
                  <a:pt x="16" y="15"/>
                  <a:pt x="17" y="15"/>
                </a:cubicBezTo>
                <a:cubicBezTo>
                  <a:pt x="18" y="13"/>
                  <a:pt x="18" y="11"/>
                  <a:pt x="18" y="9"/>
                </a:cubicBezTo>
                <a:cubicBezTo>
                  <a:pt x="18" y="9"/>
                  <a:pt x="19" y="8"/>
                  <a:pt x="19" y="8"/>
                </a:cubicBezTo>
                <a:cubicBezTo>
                  <a:pt x="26" y="8"/>
                  <a:pt x="26" y="8"/>
                  <a:pt x="26" y="8"/>
                </a:cubicBezTo>
                <a:cubicBezTo>
                  <a:pt x="26" y="8"/>
                  <a:pt x="27" y="9"/>
                  <a:pt x="27" y="9"/>
                </a:cubicBezTo>
                <a:cubicBezTo>
                  <a:pt x="28" y="15"/>
                  <a:pt x="28" y="15"/>
                  <a:pt x="28" y="15"/>
                </a:cubicBezTo>
                <a:cubicBezTo>
                  <a:pt x="29" y="15"/>
                  <a:pt x="30" y="15"/>
                  <a:pt x="31" y="16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2"/>
                  <a:pt x="35" y="12"/>
                  <a:pt x="35" y="12"/>
                </a:cubicBezTo>
                <a:cubicBezTo>
                  <a:pt x="36" y="12"/>
                  <a:pt x="36" y="12"/>
                  <a:pt x="36" y="13"/>
                </a:cubicBezTo>
                <a:cubicBezTo>
                  <a:pt x="37" y="13"/>
                  <a:pt x="41" y="17"/>
                  <a:pt x="41" y="18"/>
                </a:cubicBezTo>
                <a:cubicBezTo>
                  <a:pt x="41" y="19"/>
                  <a:pt x="41" y="19"/>
                  <a:pt x="41" y="19"/>
                </a:cubicBezTo>
                <a:cubicBezTo>
                  <a:pt x="40" y="20"/>
                  <a:pt x="39" y="22"/>
                  <a:pt x="38" y="23"/>
                </a:cubicBezTo>
                <a:cubicBezTo>
                  <a:pt x="38" y="24"/>
                  <a:pt x="39" y="25"/>
                  <a:pt x="39" y="26"/>
                </a:cubicBezTo>
                <a:cubicBezTo>
                  <a:pt x="45" y="27"/>
                  <a:pt x="45" y="27"/>
                  <a:pt x="45" y="27"/>
                </a:cubicBezTo>
                <a:cubicBezTo>
                  <a:pt x="45" y="27"/>
                  <a:pt x="45" y="27"/>
                  <a:pt x="45" y="28"/>
                </a:cubicBezTo>
                <a:lnTo>
                  <a:pt x="45" y="35"/>
                </a:lnTo>
                <a:close/>
                <a:moveTo>
                  <a:pt x="23" y="22"/>
                </a:moveTo>
                <a:cubicBezTo>
                  <a:pt x="18" y="22"/>
                  <a:pt x="13" y="26"/>
                  <a:pt x="13" y="31"/>
                </a:cubicBezTo>
                <a:cubicBezTo>
                  <a:pt x="13" y="36"/>
                  <a:pt x="18" y="40"/>
                  <a:pt x="23" y="40"/>
                </a:cubicBezTo>
                <a:cubicBezTo>
                  <a:pt x="28" y="40"/>
                  <a:pt x="32" y="36"/>
                  <a:pt x="32" y="31"/>
                </a:cubicBezTo>
                <a:cubicBezTo>
                  <a:pt x="32" y="26"/>
                  <a:pt x="28" y="22"/>
                  <a:pt x="23" y="22"/>
                </a:cubicBezTo>
                <a:close/>
                <a:moveTo>
                  <a:pt x="68" y="15"/>
                </a:moveTo>
                <a:cubicBezTo>
                  <a:pt x="68" y="16"/>
                  <a:pt x="64" y="16"/>
                  <a:pt x="63" y="16"/>
                </a:cubicBezTo>
                <a:cubicBezTo>
                  <a:pt x="63" y="17"/>
                  <a:pt x="62" y="18"/>
                  <a:pt x="62" y="18"/>
                </a:cubicBezTo>
                <a:cubicBezTo>
                  <a:pt x="62" y="19"/>
                  <a:pt x="64" y="23"/>
                  <a:pt x="64" y="23"/>
                </a:cubicBezTo>
                <a:cubicBezTo>
                  <a:pt x="64" y="23"/>
                  <a:pt x="64" y="23"/>
                  <a:pt x="64" y="24"/>
                </a:cubicBezTo>
                <a:cubicBezTo>
                  <a:pt x="63" y="24"/>
                  <a:pt x="59" y="26"/>
                  <a:pt x="59" y="26"/>
                </a:cubicBezTo>
                <a:cubicBezTo>
                  <a:pt x="59" y="26"/>
                  <a:pt x="56" y="22"/>
                  <a:pt x="56" y="22"/>
                </a:cubicBezTo>
                <a:cubicBezTo>
                  <a:pt x="55" y="22"/>
                  <a:pt x="55" y="22"/>
                  <a:pt x="55" y="22"/>
                </a:cubicBezTo>
                <a:cubicBezTo>
                  <a:pt x="54" y="22"/>
                  <a:pt x="54" y="22"/>
                  <a:pt x="54" y="22"/>
                </a:cubicBezTo>
                <a:cubicBezTo>
                  <a:pt x="53" y="22"/>
                  <a:pt x="50" y="26"/>
                  <a:pt x="50" y="26"/>
                </a:cubicBezTo>
                <a:cubicBezTo>
                  <a:pt x="50" y="26"/>
                  <a:pt x="46" y="24"/>
                  <a:pt x="46" y="24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7" y="19"/>
                  <a:pt x="47" y="18"/>
                </a:cubicBezTo>
                <a:cubicBezTo>
                  <a:pt x="47" y="18"/>
                  <a:pt x="46" y="17"/>
                  <a:pt x="46" y="16"/>
                </a:cubicBezTo>
                <a:cubicBezTo>
                  <a:pt x="45" y="16"/>
                  <a:pt x="41" y="16"/>
                  <a:pt x="41" y="15"/>
                </a:cubicBezTo>
                <a:cubicBezTo>
                  <a:pt x="41" y="10"/>
                  <a:pt x="41" y="10"/>
                  <a:pt x="41" y="10"/>
                </a:cubicBezTo>
                <a:cubicBezTo>
                  <a:pt x="41" y="10"/>
                  <a:pt x="45" y="9"/>
                  <a:pt x="46" y="9"/>
                </a:cubicBezTo>
                <a:cubicBezTo>
                  <a:pt x="46" y="9"/>
                  <a:pt x="47" y="8"/>
                  <a:pt x="47" y="7"/>
                </a:cubicBezTo>
                <a:cubicBezTo>
                  <a:pt x="47" y="7"/>
                  <a:pt x="45" y="3"/>
                  <a:pt x="45" y="2"/>
                </a:cubicBezTo>
                <a:cubicBezTo>
                  <a:pt x="45" y="2"/>
                  <a:pt x="45" y="2"/>
                  <a:pt x="46" y="2"/>
                </a:cubicBezTo>
                <a:cubicBezTo>
                  <a:pt x="46" y="2"/>
                  <a:pt x="50" y="0"/>
                  <a:pt x="50" y="0"/>
                </a:cubicBezTo>
                <a:cubicBezTo>
                  <a:pt x="50" y="0"/>
                  <a:pt x="53" y="3"/>
                  <a:pt x="54" y="4"/>
                </a:cubicBezTo>
                <a:cubicBezTo>
                  <a:pt x="54" y="4"/>
                  <a:pt x="54" y="4"/>
                  <a:pt x="55" y="4"/>
                </a:cubicBezTo>
                <a:cubicBezTo>
                  <a:pt x="55" y="4"/>
                  <a:pt x="55" y="4"/>
                  <a:pt x="56" y="4"/>
                </a:cubicBezTo>
                <a:cubicBezTo>
                  <a:pt x="57" y="2"/>
                  <a:pt x="58" y="1"/>
                  <a:pt x="59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9" y="0"/>
                  <a:pt x="63" y="2"/>
                  <a:pt x="64" y="2"/>
                </a:cubicBezTo>
                <a:cubicBezTo>
                  <a:pt x="64" y="2"/>
                  <a:pt x="64" y="2"/>
                  <a:pt x="64" y="2"/>
                </a:cubicBezTo>
                <a:cubicBezTo>
                  <a:pt x="64" y="3"/>
                  <a:pt x="62" y="7"/>
                  <a:pt x="62" y="7"/>
                </a:cubicBezTo>
                <a:cubicBezTo>
                  <a:pt x="62" y="8"/>
                  <a:pt x="63" y="9"/>
                  <a:pt x="63" y="9"/>
                </a:cubicBezTo>
                <a:cubicBezTo>
                  <a:pt x="64" y="9"/>
                  <a:pt x="68" y="10"/>
                  <a:pt x="68" y="10"/>
                </a:cubicBezTo>
                <a:lnTo>
                  <a:pt x="68" y="15"/>
                </a:lnTo>
                <a:close/>
                <a:moveTo>
                  <a:pt x="68" y="52"/>
                </a:moveTo>
                <a:cubicBezTo>
                  <a:pt x="68" y="52"/>
                  <a:pt x="64" y="53"/>
                  <a:pt x="63" y="53"/>
                </a:cubicBezTo>
                <a:cubicBezTo>
                  <a:pt x="63" y="54"/>
                  <a:pt x="62" y="54"/>
                  <a:pt x="62" y="55"/>
                </a:cubicBezTo>
                <a:cubicBezTo>
                  <a:pt x="62" y="56"/>
                  <a:pt x="64" y="59"/>
                  <a:pt x="64" y="60"/>
                </a:cubicBezTo>
                <a:cubicBezTo>
                  <a:pt x="64" y="60"/>
                  <a:pt x="64" y="60"/>
                  <a:pt x="64" y="60"/>
                </a:cubicBezTo>
                <a:cubicBezTo>
                  <a:pt x="63" y="60"/>
                  <a:pt x="59" y="63"/>
                  <a:pt x="59" y="63"/>
                </a:cubicBezTo>
                <a:cubicBezTo>
                  <a:pt x="59" y="63"/>
                  <a:pt x="56" y="59"/>
                  <a:pt x="56" y="59"/>
                </a:cubicBezTo>
                <a:cubicBezTo>
                  <a:pt x="55" y="59"/>
                  <a:pt x="55" y="59"/>
                  <a:pt x="55" y="59"/>
                </a:cubicBezTo>
                <a:cubicBezTo>
                  <a:pt x="54" y="59"/>
                  <a:pt x="54" y="59"/>
                  <a:pt x="54" y="59"/>
                </a:cubicBezTo>
                <a:cubicBezTo>
                  <a:pt x="53" y="59"/>
                  <a:pt x="50" y="63"/>
                  <a:pt x="50" y="63"/>
                </a:cubicBezTo>
                <a:cubicBezTo>
                  <a:pt x="50" y="63"/>
                  <a:pt x="46" y="60"/>
                  <a:pt x="46" y="60"/>
                </a:cubicBezTo>
                <a:cubicBezTo>
                  <a:pt x="45" y="60"/>
                  <a:pt x="45" y="60"/>
                  <a:pt x="45" y="60"/>
                </a:cubicBezTo>
                <a:cubicBezTo>
                  <a:pt x="45" y="59"/>
                  <a:pt x="47" y="56"/>
                  <a:pt x="47" y="55"/>
                </a:cubicBezTo>
                <a:cubicBezTo>
                  <a:pt x="47" y="54"/>
                  <a:pt x="46" y="54"/>
                  <a:pt x="46" y="53"/>
                </a:cubicBezTo>
                <a:cubicBezTo>
                  <a:pt x="45" y="53"/>
                  <a:pt x="41" y="52"/>
                  <a:pt x="41" y="52"/>
                </a:cubicBezTo>
                <a:cubicBezTo>
                  <a:pt x="41" y="47"/>
                  <a:pt x="41" y="47"/>
                  <a:pt x="41" y="47"/>
                </a:cubicBezTo>
                <a:cubicBezTo>
                  <a:pt x="41" y="46"/>
                  <a:pt x="45" y="46"/>
                  <a:pt x="46" y="46"/>
                </a:cubicBezTo>
                <a:cubicBezTo>
                  <a:pt x="46" y="45"/>
                  <a:pt x="47" y="45"/>
                  <a:pt x="47" y="44"/>
                </a:cubicBezTo>
                <a:cubicBezTo>
                  <a:pt x="47" y="43"/>
                  <a:pt x="45" y="40"/>
                  <a:pt x="45" y="39"/>
                </a:cubicBezTo>
                <a:cubicBezTo>
                  <a:pt x="45" y="39"/>
                  <a:pt x="45" y="39"/>
                  <a:pt x="46" y="39"/>
                </a:cubicBezTo>
                <a:cubicBezTo>
                  <a:pt x="46" y="39"/>
                  <a:pt x="50" y="36"/>
                  <a:pt x="50" y="36"/>
                </a:cubicBezTo>
                <a:cubicBezTo>
                  <a:pt x="50" y="36"/>
                  <a:pt x="53" y="40"/>
                  <a:pt x="54" y="40"/>
                </a:cubicBezTo>
                <a:cubicBezTo>
                  <a:pt x="54" y="40"/>
                  <a:pt x="54" y="40"/>
                  <a:pt x="55" y="40"/>
                </a:cubicBezTo>
                <a:cubicBezTo>
                  <a:pt x="55" y="40"/>
                  <a:pt x="55" y="40"/>
                  <a:pt x="56" y="40"/>
                </a:cubicBezTo>
                <a:cubicBezTo>
                  <a:pt x="57" y="39"/>
                  <a:pt x="58" y="38"/>
                  <a:pt x="59" y="36"/>
                </a:cubicBezTo>
                <a:cubicBezTo>
                  <a:pt x="59" y="36"/>
                  <a:pt x="59" y="36"/>
                  <a:pt x="59" y="36"/>
                </a:cubicBezTo>
                <a:cubicBezTo>
                  <a:pt x="59" y="36"/>
                  <a:pt x="63" y="39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4" y="40"/>
                  <a:pt x="62" y="43"/>
                  <a:pt x="62" y="44"/>
                </a:cubicBezTo>
                <a:cubicBezTo>
                  <a:pt x="62" y="45"/>
                  <a:pt x="63" y="45"/>
                  <a:pt x="63" y="46"/>
                </a:cubicBezTo>
                <a:cubicBezTo>
                  <a:pt x="64" y="46"/>
                  <a:pt x="68" y="46"/>
                  <a:pt x="68" y="47"/>
                </a:cubicBezTo>
                <a:lnTo>
                  <a:pt x="68" y="52"/>
                </a:lnTo>
                <a:close/>
                <a:moveTo>
                  <a:pt x="55" y="8"/>
                </a:moveTo>
                <a:cubicBezTo>
                  <a:pt x="52" y="8"/>
                  <a:pt x="50" y="10"/>
                  <a:pt x="50" y="13"/>
                </a:cubicBezTo>
                <a:cubicBezTo>
                  <a:pt x="50" y="15"/>
                  <a:pt x="52" y="17"/>
                  <a:pt x="55" y="17"/>
                </a:cubicBezTo>
                <a:cubicBezTo>
                  <a:pt x="57" y="17"/>
                  <a:pt x="59" y="15"/>
                  <a:pt x="59" y="13"/>
                </a:cubicBezTo>
                <a:cubicBezTo>
                  <a:pt x="59" y="10"/>
                  <a:pt x="57" y="8"/>
                  <a:pt x="55" y="8"/>
                </a:cubicBezTo>
                <a:close/>
                <a:moveTo>
                  <a:pt x="55" y="45"/>
                </a:moveTo>
                <a:cubicBezTo>
                  <a:pt x="52" y="45"/>
                  <a:pt x="50" y="47"/>
                  <a:pt x="50" y="49"/>
                </a:cubicBezTo>
                <a:cubicBezTo>
                  <a:pt x="50" y="52"/>
                  <a:pt x="52" y="54"/>
                  <a:pt x="55" y="54"/>
                </a:cubicBezTo>
                <a:cubicBezTo>
                  <a:pt x="57" y="54"/>
                  <a:pt x="59" y="52"/>
                  <a:pt x="59" y="49"/>
                </a:cubicBezTo>
                <a:cubicBezTo>
                  <a:pt x="59" y="47"/>
                  <a:pt x="57" y="45"/>
                  <a:pt x="55" y="4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5" name="Group 14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5679174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tri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5"/>
          <p:cNvSpPr>
            <a:spLocks noEditPoints="1"/>
          </p:cNvSpPr>
          <p:nvPr userDrawn="1"/>
        </p:nvSpPr>
        <p:spPr bwMode="auto">
          <a:xfrm>
            <a:off x="5273189" y="1318685"/>
            <a:ext cx="1645625" cy="1297516"/>
          </a:xfrm>
          <a:custGeom>
            <a:avLst/>
            <a:gdLst/>
            <a:ahLst/>
            <a:cxnLst>
              <a:cxn ang="0">
                <a:pos x="17" y="16"/>
              </a:cxn>
              <a:cxn ang="0">
                <a:pos x="0" y="12"/>
              </a:cxn>
              <a:cxn ang="0">
                <a:pos x="4" y="0"/>
              </a:cxn>
              <a:cxn ang="0">
                <a:pos x="21" y="4"/>
              </a:cxn>
              <a:cxn ang="0">
                <a:pos x="21" y="33"/>
              </a:cxn>
              <a:cxn ang="0">
                <a:pos x="4" y="36"/>
              </a:cxn>
              <a:cxn ang="0">
                <a:pos x="0" y="25"/>
              </a:cxn>
              <a:cxn ang="0">
                <a:pos x="17" y="21"/>
              </a:cxn>
              <a:cxn ang="0">
                <a:pos x="21" y="33"/>
              </a:cxn>
              <a:cxn ang="0">
                <a:pos x="17" y="57"/>
              </a:cxn>
              <a:cxn ang="0">
                <a:pos x="0" y="53"/>
              </a:cxn>
              <a:cxn ang="0">
                <a:pos x="4" y="42"/>
              </a:cxn>
              <a:cxn ang="0">
                <a:pos x="21" y="45"/>
              </a:cxn>
              <a:cxn ang="0">
                <a:pos x="47" y="12"/>
              </a:cxn>
              <a:cxn ang="0">
                <a:pos x="30" y="16"/>
              </a:cxn>
              <a:cxn ang="0">
                <a:pos x="26" y="4"/>
              </a:cxn>
              <a:cxn ang="0">
                <a:pos x="43" y="0"/>
              </a:cxn>
              <a:cxn ang="0">
                <a:pos x="47" y="12"/>
              </a:cxn>
              <a:cxn ang="0">
                <a:pos x="43" y="36"/>
              </a:cxn>
              <a:cxn ang="0">
                <a:pos x="26" y="33"/>
              </a:cxn>
              <a:cxn ang="0">
                <a:pos x="30" y="21"/>
              </a:cxn>
              <a:cxn ang="0">
                <a:pos x="47" y="25"/>
              </a:cxn>
              <a:cxn ang="0">
                <a:pos x="47" y="53"/>
              </a:cxn>
              <a:cxn ang="0">
                <a:pos x="30" y="57"/>
              </a:cxn>
              <a:cxn ang="0">
                <a:pos x="26" y="45"/>
              </a:cxn>
              <a:cxn ang="0">
                <a:pos x="43" y="42"/>
              </a:cxn>
              <a:cxn ang="0">
                <a:pos x="47" y="53"/>
              </a:cxn>
              <a:cxn ang="0">
                <a:pos x="69" y="16"/>
              </a:cxn>
              <a:cxn ang="0">
                <a:pos x="52" y="12"/>
              </a:cxn>
              <a:cxn ang="0">
                <a:pos x="56" y="0"/>
              </a:cxn>
              <a:cxn ang="0">
                <a:pos x="72" y="4"/>
              </a:cxn>
              <a:cxn ang="0">
                <a:pos x="72" y="33"/>
              </a:cxn>
              <a:cxn ang="0">
                <a:pos x="56" y="36"/>
              </a:cxn>
              <a:cxn ang="0">
                <a:pos x="52" y="25"/>
              </a:cxn>
              <a:cxn ang="0">
                <a:pos x="69" y="21"/>
              </a:cxn>
              <a:cxn ang="0">
                <a:pos x="72" y="33"/>
              </a:cxn>
              <a:cxn ang="0">
                <a:pos x="69" y="57"/>
              </a:cxn>
              <a:cxn ang="0">
                <a:pos x="52" y="53"/>
              </a:cxn>
              <a:cxn ang="0">
                <a:pos x="56" y="42"/>
              </a:cxn>
              <a:cxn ang="0">
                <a:pos x="72" y="45"/>
              </a:cxn>
            </a:cxnLst>
            <a:rect l="0" t="0" r="r" b="b"/>
            <a:pathLst>
              <a:path w="72" h="57">
                <a:moveTo>
                  <a:pt x="21" y="12"/>
                </a:moveTo>
                <a:cubicBezTo>
                  <a:pt x="21" y="14"/>
                  <a:pt x="19" y="16"/>
                  <a:pt x="17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2" y="16"/>
                  <a:pt x="0" y="14"/>
                  <a:pt x="0" y="12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9" y="0"/>
                  <a:pt x="21" y="2"/>
                  <a:pt x="21" y="4"/>
                </a:cubicBezTo>
                <a:lnTo>
                  <a:pt x="21" y="12"/>
                </a:lnTo>
                <a:close/>
                <a:moveTo>
                  <a:pt x="21" y="33"/>
                </a:moveTo>
                <a:cubicBezTo>
                  <a:pt x="21" y="35"/>
                  <a:pt x="19" y="36"/>
                  <a:pt x="17" y="36"/>
                </a:cubicBezTo>
                <a:cubicBezTo>
                  <a:pt x="4" y="36"/>
                  <a:pt x="4" y="36"/>
                  <a:pt x="4" y="36"/>
                </a:cubicBezTo>
                <a:cubicBezTo>
                  <a:pt x="2" y="36"/>
                  <a:pt x="0" y="35"/>
                  <a:pt x="0" y="3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3"/>
                  <a:pt x="2" y="21"/>
                  <a:pt x="4" y="21"/>
                </a:cubicBezTo>
                <a:cubicBezTo>
                  <a:pt x="17" y="21"/>
                  <a:pt x="17" y="21"/>
                  <a:pt x="17" y="21"/>
                </a:cubicBezTo>
                <a:cubicBezTo>
                  <a:pt x="19" y="21"/>
                  <a:pt x="21" y="23"/>
                  <a:pt x="21" y="25"/>
                </a:cubicBezTo>
                <a:lnTo>
                  <a:pt x="21" y="33"/>
                </a:lnTo>
                <a:close/>
                <a:moveTo>
                  <a:pt x="21" y="53"/>
                </a:moveTo>
                <a:cubicBezTo>
                  <a:pt x="21" y="55"/>
                  <a:pt x="19" y="57"/>
                  <a:pt x="17" y="57"/>
                </a:cubicBezTo>
                <a:cubicBezTo>
                  <a:pt x="4" y="57"/>
                  <a:pt x="4" y="57"/>
                  <a:pt x="4" y="57"/>
                </a:cubicBezTo>
                <a:cubicBezTo>
                  <a:pt x="2" y="57"/>
                  <a:pt x="0" y="55"/>
                  <a:pt x="0" y="53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3"/>
                  <a:pt x="2" y="42"/>
                  <a:pt x="4" y="42"/>
                </a:cubicBezTo>
                <a:cubicBezTo>
                  <a:pt x="17" y="42"/>
                  <a:pt x="17" y="42"/>
                  <a:pt x="17" y="42"/>
                </a:cubicBezTo>
                <a:cubicBezTo>
                  <a:pt x="19" y="42"/>
                  <a:pt x="21" y="43"/>
                  <a:pt x="21" y="45"/>
                </a:cubicBezTo>
                <a:lnTo>
                  <a:pt x="21" y="53"/>
                </a:lnTo>
                <a:close/>
                <a:moveTo>
                  <a:pt x="47" y="12"/>
                </a:moveTo>
                <a:cubicBezTo>
                  <a:pt x="47" y="14"/>
                  <a:pt x="45" y="16"/>
                  <a:pt x="43" y="16"/>
                </a:cubicBezTo>
                <a:cubicBezTo>
                  <a:pt x="30" y="16"/>
                  <a:pt x="30" y="16"/>
                  <a:pt x="30" y="16"/>
                </a:cubicBezTo>
                <a:cubicBezTo>
                  <a:pt x="28" y="16"/>
                  <a:pt x="26" y="14"/>
                  <a:pt x="26" y="12"/>
                </a:cubicBezTo>
                <a:cubicBezTo>
                  <a:pt x="26" y="4"/>
                  <a:pt x="26" y="4"/>
                  <a:pt x="26" y="4"/>
                </a:cubicBezTo>
                <a:cubicBezTo>
                  <a:pt x="26" y="2"/>
                  <a:pt x="28" y="0"/>
                  <a:pt x="30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5" y="0"/>
                  <a:pt x="47" y="2"/>
                  <a:pt x="47" y="4"/>
                </a:cubicBezTo>
                <a:lnTo>
                  <a:pt x="47" y="12"/>
                </a:lnTo>
                <a:close/>
                <a:moveTo>
                  <a:pt x="47" y="33"/>
                </a:moveTo>
                <a:cubicBezTo>
                  <a:pt x="47" y="35"/>
                  <a:pt x="45" y="36"/>
                  <a:pt x="43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28" y="36"/>
                  <a:pt x="26" y="35"/>
                  <a:pt x="26" y="33"/>
                </a:cubicBezTo>
                <a:cubicBezTo>
                  <a:pt x="26" y="25"/>
                  <a:pt x="26" y="25"/>
                  <a:pt x="26" y="25"/>
                </a:cubicBezTo>
                <a:cubicBezTo>
                  <a:pt x="26" y="23"/>
                  <a:pt x="28" y="21"/>
                  <a:pt x="30" y="21"/>
                </a:cubicBezTo>
                <a:cubicBezTo>
                  <a:pt x="43" y="21"/>
                  <a:pt x="43" y="21"/>
                  <a:pt x="43" y="21"/>
                </a:cubicBezTo>
                <a:cubicBezTo>
                  <a:pt x="45" y="21"/>
                  <a:pt x="47" y="23"/>
                  <a:pt x="47" y="25"/>
                </a:cubicBezTo>
                <a:lnTo>
                  <a:pt x="47" y="33"/>
                </a:lnTo>
                <a:close/>
                <a:moveTo>
                  <a:pt x="47" y="53"/>
                </a:moveTo>
                <a:cubicBezTo>
                  <a:pt x="47" y="55"/>
                  <a:pt x="45" y="57"/>
                  <a:pt x="43" y="57"/>
                </a:cubicBezTo>
                <a:cubicBezTo>
                  <a:pt x="30" y="57"/>
                  <a:pt x="30" y="57"/>
                  <a:pt x="30" y="57"/>
                </a:cubicBezTo>
                <a:cubicBezTo>
                  <a:pt x="28" y="57"/>
                  <a:pt x="26" y="55"/>
                  <a:pt x="26" y="53"/>
                </a:cubicBezTo>
                <a:cubicBezTo>
                  <a:pt x="26" y="45"/>
                  <a:pt x="26" y="45"/>
                  <a:pt x="26" y="45"/>
                </a:cubicBezTo>
                <a:cubicBezTo>
                  <a:pt x="26" y="43"/>
                  <a:pt x="28" y="42"/>
                  <a:pt x="30" y="42"/>
                </a:cubicBezTo>
                <a:cubicBezTo>
                  <a:pt x="43" y="42"/>
                  <a:pt x="43" y="42"/>
                  <a:pt x="43" y="42"/>
                </a:cubicBezTo>
                <a:cubicBezTo>
                  <a:pt x="45" y="42"/>
                  <a:pt x="47" y="43"/>
                  <a:pt x="47" y="45"/>
                </a:cubicBezTo>
                <a:lnTo>
                  <a:pt x="47" y="53"/>
                </a:lnTo>
                <a:close/>
                <a:moveTo>
                  <a:pt x="72" y="12"/>
                </a:moveTo>
                <a:cubicBezTo>
                  <a:pt x="72" y="14"/>
                  <a:pt x="71" y="16"/>
                  <a:pt x="69" y="16"/>
                </a:cubicBezTo>
                <a:cubicBezTo>
                  <a:pt x="56" y="16"/>
                  <a:pt x="56" y="16"/>
                  <a:pt x="56" y="16"/>
                </a:cubicBezTo>
                <a:cubicBezTo>
                  <a:pt x="54" y="16"/>
                  <a:pt x="52" y="14"/>
                  <a:pt x="52" y="12"/>
                </a:cubicBezTo>
                <a:cubicBezTo>
                  <a:pt x="52" y="4"/>
                  <a:pt x="52" y="4"/>
                  <a:pt x="52" y="4"/>
                </a:cubicBezTo>
                <a:cubicBezTo>
                  <a:pt x="52" y="2"/>
                  <a:pt x="54" y="0"/>
                  <a:pt x="56" y="0"/>
                </a:cubicBezTo>
                <a:cubicBezTo>
                  <a:pt x="69" y="0"/>
                  <a:pt x="69" y="0"/>
                  <a:pt x="69" y="0"/>
                </a:cubicBezTo>
                <a:cubicBezTo>
                  <a:pt x="71" y="0"/>
                  <a:pt x="72" y="2"/>
                  <a:pt x="72" y="4"/>
                </a:cubicBezTo>
                <a:lnTo>
                  <a:pt x="72" y="12"/>
                </a:lnTo>
                <a:close/>
                <a:moveTo>
                  <a:pt x="72" y="33"/>
                </a:moveTo>
                <a:cubicBezTo>
                  <a:pt x="72" y="35"/>
                  <a:pt x="71" y="36"/>
                  <a:pt x="69" y="36"/>
                </a:cubicBezTo>
                <a:cubicBezTo>
                  <a:pt x="56" y="36"/>
                  <a:pt x="56" y="36"/>
                  <a:pt x="56" y="36"/>
                </a:cubicBezTo>
                <a:cubicBezTo>
                  <a:pt x="54" y="36"/>
                  <a:pt x="52" y="35"/>
                  <a:pt x="52" y="33"/>
                </a:cubicBezTo>
                <a:cubicBezTo>
                  <a:pt x="52" y="25"/>
                  <a:pt x="52" y="25"/>
                  <a:pt x="52" y="25"/>
                </a:cubicBezTo>
                <a:cubicBezTo>
                  <a:pt x="52" y="23"/>
                  <a:pt x="54" y="21"/>
                  <a:pt x="56" y="21"/>
                </a:cubicBezTo>
                <a:cubicBezTo>
                  <a:pt x="69" y="21"/>
                  <a:pt x="69" y="21"/>
                  <a:pt x="69" y="21"/>
                </a:cubicBezTo>
                <a:cubicBezTo>
                  <a:pt x="71" y="21"/>
                  <a:pt x="72" y="23"/>
                  <a:pt x="72" y="25"/>
                </a:cubicBezTo>
                <a:lnTo>
                  <a:pt x="72" y="33"/>
                </a:lnTo>
                <a:close/>
                <a:moveTo>
                  <a:pt x="72" y="53"/>
                </a:moveTo>
                <a:cubicBezTo>
                  <a:pt x="72" y="55"/>
                  <a:pt x="71" y="57"/>
                  <a:pt x="69" y="57"/>
                </a:cubicBezTo>
                <a:cubicBezTo>
                  <a:pt x="56" y="57"/>
                  <a:pt x="56" y="57"/>
                  <a:pt x="56" y="57"/>
                </a:cubicBezTo>
                <a:cubicBezTo>
                  <a:pt x="54" y="57"/>
                  <a:pt x="52" y="55"/>
                  <a:pt x="52" y="53"/>
                </a:cubicBezTo>
                <a:cubicBezTo>
                  <a:pt x="52" y="45"/>
                  <a:pt x="52" y="45"/>
                  <a:pt x="52" y="45"/>
                </a:cubicBezTo>
                <a:cubicBezTo>
                  <a:pt x="52" y="43"/>
                  <a:pt x="54" y="42"/>
                  <a:pt x="56" y="42"/>
                </a:cubicBezTo>
                <a:cubicBezTo>
                  <a:pt x="69" y="42"/>
                  <a:pt x="69" y="42"/>
                  <a:pt x="69" y="42"/>
                </a:cubicBezTo>
                <a:cubicBezTo>
                  <a:pt x="71" y="42"/>
                  <a:pt x="72" y="43"/>
                  <a:pt x="72" y="45"/>
                </a:cubicBezTo>
                <a:lnTo>
                  <a:pt x="72" y="53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936420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Flow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145"/>
          <p:cNvSpPr>
            <a:spLocks/>
          </p:cNvSpPr>
          <p:nvPr userDrawn="1"/>
        </p:nvSpPr>
        <p:spPr bwMode="auto">
          <a:xfrm>
            <a:off x="5292585" y="1230595"/>
            <a:ext cx="1606833" cy="1385605"/>
          </a:xfrm>
          <a:custGeom>
            <a:avLst/>
            <a:gdLst/>
            <a:ahLst/>
            <a:cxnLst>
              <a:cxn ang="0">
                <a:pos x="64" y="51"/>
              </a:cxn>
              <a:cxn ang="0">
                <a:pos x="60" y="55"/>
              </a:cxn>
              <a:cxn ang="0">
                <a:pos x="49" y="55"/>
              </a:cxn>
              <a:cxn ang="0">
                <a:pos x="45" y="51"/>
              </a:cxn>
              <a:cxn ang="0">
                <a:pos x="45" y="40"/>
              </a:cxn>
              <a:cxn ang="0">
                <a:pos x="49" y="36"/>
              </a:cxn>
              <a:cxn ang="0">
                <a:pos x="52" y="36"/>
              </a:cxn>
              <a:cxn ang="0">
                <a:pos x="52" y="30"/>
              </a:cxn>
              <a:cxn ang="0">
                <a:pos x="34" y="30"/>
              </a:cxn>
              <a:cxn ang="0">
                <a:pos x="34" y="36"/>
              </a:cxn>
              <a:cxn ang="0">
                <a:pos x="37" y="36"/>
              </a:cxn>
              <a:cxn ang="0">
                <a:pos x="41" y="40"/>
              </a:cxn>
              <a:cxn ang="0">
                <a:pos x="41" y="51"/>
              </a:cxn>
              <a:cxn ang="0">
                <a:pos x="37" y="55"/>
              </a:cxn>
              <a:cxn ang="0">
                <a:pos x="26" y="55"/>
              </a:cxn>
              <a:cxn ang="0">
                <a:pos x="23" y="51"/>
              </a:cxn>
              <a:cxn ang="0">
                <a:pos x="23" y="40"/>
              </a:cxn>
              <a:cxn ang="0">
                <a:pos x="26" y="36"/>
              </a:cxn>
              <a:cxn ang="0">
                <a:pos x="29" y="36"/>
              </a:cxn>
              <a:cxn ang="0">
                <a:pos x="29" y="30"/>
              </a:cxn>
              <a:cxn ang="0">
                <a:pos x="11" y="30"/>
              </a:cxn>
              <a:cxn ang="0">
                <a:pos x="11" y="36"/>
              </a:cxn>
              <a:cxn ang="0">
                <a:pos x="15" y="36"/>
              </a:cxn>
              <a:cxn ang="0">
                <a:pos x="18" y="40"/>
              </a:cxn>
              <a:cxn ang="0">
                <a:pos x="18" y="51"/>
              </a:cxn>
              <a:cxn ang="0">
                <a:pos x="15" y="55"/>
              </a:cxn>
              <a:cxn ang="0">
                <a:pos x="3" y="55"/>
              </a:cxn>
              <a:cxn ang="0">
                <a:pos x="0" y="51"/>
              </a:cxn>
              <a:cxn ang="0">
                <a:pos x="0" y="40"/>
              </a:cxn>
              <a:cxn ang="0">
                <a:pos x="3" y="36"/>
              </a:cxn>
              <a:cxn ang="0">
                <a:pos x="7" y="36"/>
              </a:cxn>
              <a:cxn ang="0">
                <a:pos x="7" y="30"/>
              </a:cxn>
              <a:cxn ang="0">
                <a:pos x="11" y="25"/>
              </a:cxn>
              <a:cxn ang="0">
                <a:pos x="29" y="25"/>
              </a:cxn>
              <a:cxn ang="0">
                <a:pos x="29" y="18"/>
              </a:cxn>
              <a:cxn ang="0">
                <a:pos x="26" y="18"/>
              </a:cxn>
              <a:cxn ang="0">
                <a:pos x="23" y="15"/>
              </a:cxn>
              <a:cxn ang="0">
                <a:pos x="23" y="3"/>
              </a:cxn>
              <a:cxn ang="0">
                <a:pos x="26" y="0"/>
              </a:cxn>
              <a:cxn ang="0">
                <a:pos x="37" y="0"/>
              </a:cxn>
              <a:cxn ang="0">
                <a:pos x="41" y="3"/>
              </a:cxn>
              <a:cxn ang="0">
                <a:pos x="41" y="15"/>
              </a:cxn>
              <a:cxn ang="0">
                <a:pos x="37" y="18"/>
              </a:cxn>
              <a:cxn ang="0">
                <a:pos x="34" y="18"/>
              </a:cxn>
              <a:cxn ang="0">
                <a:pos x="34" y="25"/>
              </a:cxn>
              <a:cxn ang="0">
                <a:pos x="52" y="25"/>
              </a:cxn>
              <a:cxn ang="0">
                <a:pos x="57" y="30"/>
              </a:cxn>
              <a:cxn ang="0">
                <a:pos x="57" y="36"/>
              </a:cxn>
              <a:cxn ang="0">
                <a:pos x="60" y="36"/>
              </a:cxn>
              <a:cxn ang="0">
                <a:pos x="64" y="40"/>
              </a:cxn>
              <a:cxn ang="0">
                <a:pos x="64" y="51"/>
              </a:cxn>
            </a:cxnLst>
            <a:rect l="0" t="0" r="r" b="b"/>
            <a:pathLst>
              <a:path w="64" h="55">
                <a:moveTo>
                  <a:pt x="64" y="51"/>
                </a:moveTo>
                <a:cubicBezTo>
                  <a:pt x="64" y="53"/>
                  <a:pt x="62" y="55"/>
                  <a:pt x="60" y="55"/>
                </a:cubicBezTo>
                <a:cubicBezTo>
                  <a:pt x="49" y="55"/>
                  <a:pt x="49" y="55"/>
                  <a:pt x="49" y="55"/>
                </a:cubicBezTo>
                <a:cubicBezTo>
                  <a:pt x="47" y="55"/>
                  <a:pt x="45" y="53"/>
                  <a:pt x="45" y="51"/>
                </a:cubicBezTo>
                <a:cubicBezTo>
                  <a:pt x="45" y="40"/>
                  <a:pt x="45" y="40"/>
                  <a:pt x="45" y="40"/>
                </a:cubicBezTo>
                <a:cubicBezTo>
                  <a:pt x="45" y="38"/>
                  <a:pt x="47" y="36"/>
                  <a:pt x="49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0"/>
                  <a:pt x="52" y="30"/>
                  <a:pt x="52" y="30"/>
                </a:cubicBezTo>
                <a:cubicBezTo>
                  <a:pt x="34" y="30"/>
                  <a:pt x="34" y="30"/>
                  <a:pt x="34" y="30"/>
                </a:cubicBezTo>
                <a:cubicBezTo>
                  <a:pt x="34" y="36"/>
                  <a:pt x="34" y="36"/>
                  <a:pt x="34" y="36"/>
                </a:cubicBezTo>
                <a:cubicBezTo>
                  <a:pt x="37" y="36"/>
                  <a:pt x="37" y="36"/>
                  <a:pt x="37" y="36"/>
                </a:cubicBezTo>
                <a:cubicBezTo>
                  <a:pt x="39" y="36"/>
                  <a:pt x="41" y="38"/>
                  <a:pt x="41" y="40"/>
                </a:cubicBezTo>
                <a:cubicBezTo>
                  <a:pt x="41" y="51"/>
                  <a:pt x="41" y="51"/>
                  <a:pt x="41" y="51"/>
                </a:cubicBezTo>
                <a:cubicBezTo>
                  <a:pt x="41" y="53"/>
                  <a:pt x="39" y="55"/>
                  <a:pt x="37" y="55"/>
                </a:cubicBezTo>
                <a:cubicBezTo>
                  <a:pt x="26" y="55"/>
                  <a:pt x="26" y="55"/>
                  <a:pt x="26" y="55"/>
                </a:cubicBezTo>
                <a:cubicBezTo>
                  <a:pt x="24" y="55"/>
                  <a:pt x="23" y="53"/>
                  <a:pt x="23" y="51"/>
                </a:cubicBezTo>
                <a:cubicBezTo>
                  <a:pt x="23" y="40"/>
                  <a:pt x="23" y="40"/>
                  <a:pt x="23" y="40"/>
                </a:cubicBezTo>
                <a:cubicBezTo>
                  <a:pt x="23" y="38"/>
                  <a:pt x="24" y="36"/>
                  <a:pt x="26" y="36"/>
                </a:cubicBezTo>
                <a:cubicBezTo>
                  <a:pt x="29" y="36"/>
                  <a:pt x="29" y="36"/>
                  <a:pt x="29" y="36"/>
                </a:cubicBezTo>
                <a:cubicBezTo>
                  <a:pt x="29" y="30"/>
                  <a:pt x="29" y="30"/>
                  <a:pt x="29" y="30"/>
                </a:cubicBezTo>
                <a:cubicBezTo>
                  <a:pt x="11" y="30"/>
                  <a:pt x="11" y="30"/>
                  <a:pt x="11" y="30"/>
                </a:cubicBezTo>
                <a:cubicBezTo>
                  <a:pt x="11" y="36"/>
                  <a:pt x="11" y="36"/>
                  <a:pt x="11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17" y="36"/>
                  <a:pt x="18" y="38"/>
                  <a:pt x="18" y="40"/>
                </a:cubicBezTo>
                <a:cubicBezTo>
                  <a:pt x="18" y="51"/>
                  <a:pt x="18" y="51"/>
                  <a:pt x="18" y="51"/>
                </a:cubicBezTo>
                <a:cubicBezTo>
                  <a:pt x="18" y="53"/>
                  <a:pt x="17" y="55"/>
                  <a:pt x="15" y="55"/>
                </a:cubicBezTo>
                <a:cubicBezTo>
                  <a:pt x="3" y="55"/>
                  <a:pt x="3" y="55"/>
                  <a:pt x="3" y="55"/>
                </a:cubicBezTo>
                <a:cubicBezTo>
                  <a:pt x="1" y="55"/>
                  <a:pt x="0" y="53"/>
                  <a:pt x="0" y="51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8"/>
                  <a:pt x="1" y="36"/>
                  <a:pt x="3" y="36"/>
                </a:cubicBezTo>
                <a:cubicBezTo>
                  <a:pt x="7" y="36"/>
                  <a:pt x="7" y="36"/>
                  <a:pt x="7" y="36"/>
                </a:cubicBezTo>
                <a:cubicBezTo>
                  <a:pt x="7" y="30"/>
                  <a:pt x="7" y="30"/>
                  <a:pt x="7" y="30"/>
                </a:cubicBezTo>
                <a:cubicBezTo>
                  <a:pt x="7" y="27"/>
                  <a:pt x="9" y="25"/>
                  <a:pt x="11" y="25"/>
                </a:cubicBezTo>
                <a:cubicBezTo>
                  <a:pt x="29" y="25"/>
                  <a:pt x="29" y="25"/>
                  <a:pt x="29" y="25"/>
                </a:cubicBezTo>
                <a:cubicBezTo>
                  <a:pt x="29" y="18"/>
                  <a:pt x="29" y="18"/>
                  <a:pt x="29" y="18"/>
                </a:cubicBezTo>
                <a:cubicBezTo>
                  <a:pt x="26" y="18"/>
                  <a:pt x="26" y="18"/>
                  <a:pt x="26" y="18"/>
                </a:cubicBezTo>
                <a:cubicBezTo>
                  <a:pt x="24" y="18"/>
                  <a:pt x="23" y="17"/>
                  <a:pt x="23" y="15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1"/>
                  <a:pt x="24" y="0"/>
                  <a:pt x="26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1" y="1"/>
                  <a:pt x="41" y="3"/>
                </a:cubicBezTo>
                <a:cubicBezTo>
                  <a:pt x="41" y="15"/>
                  <a:pt x="41" y="15"/>
                  <a:pt x="41" y="15"/>
                </a:cubicBezTo>
                <a:cubicBezTo>
                  <a:pt x="41" y="17"/>
                  <a:pt x="39" y="18"/>
                  <a:pt x="37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25"/>
                  <a:pt x="34" y="25"/>
                  <a:pt x="34" y="25"/>
                </a:cubicBezTo>
                <a:cubicBezTo>
                  <a:pt x="52" y="25"/>
                  <a:pt x="52" y="25"/>
                  <a:pt x="52" y="25"/>
                </a:cubicBezTo>
                <a:cubicBezTo>
                  <a:pt x="55" y="25"/>
                  <a:pt x="57" y="27"/>
                  <a:pt x="57" y="30"/>
                </a:cubicBezTo>
                <a:cubicBezTo>
                  <a:pt x="57" y="36"/>
                  <a:pt x="57" y="36"/>
                  <a:pt x="57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2" y="36"/>
                  <a:pt x="64" y="38"/>
                  <a:pt x="64" y="40"/>
                </a:cubicBezTo>
                <a:lnTo>
                  <a:pt x="64" y="5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769362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Tre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29"/>
          <p:cNvSpPr>
            <a:spLocks/>
          </p:cNvSpPr>
          <p:nvPr userDrawn="1"/>
        </p:nvSpPr>
        <p:spPr bwMode="auto">
          <a:xfrm>
            <a:off x="5583767" y="1363136"/>
            <a:ext cx="1024467" cy="1253064"/>
          </a:xfrm>
          <a:custGeom>
            <a:avLst/>
            <a:gdLst/>
            <a:ahLst/>
            <a:cxnLst>
              <a:cxn ang="0">
                <a:pos x="53" y="58"/>
              </a:cxn>
              <a:cxn ang="0">
                <a:pos x="36" y="58"/>
              </a:cxn>
              <a:cxn ang="0">
                <a:pos x="36" y="65"/>
              </a:cxn>
              <a:cxn ang="0">
                <a:pos x="34" y="68"/>
              </a:cxn>
              <a:cxn ang="0">
                <a:pos x="22" y="68"/>
              </a:cxn>
              <a:cxn ang="0">
                <a:pos x="20" y="65"/>
              </a:cxn>
              <a:cxn ang="0">
                <a:pos x="20" y="58"/>
              </a:cxn>
              <a:cxn ang="0">
                <a:pos x="2" y="58"/>
              </a:cxn>
              <a:cxn ang="0">
                <a:pos x="0" y="56"/>
              </a:cxn>
              <a:cxn ang="0">
                <a:pos x="1" y="54"/>
              </a:cxn>
              <a:cxn ang="0">
                <a:pos x="16" y="39"/>
              </a:cxn>
              <a:cxn ang="0">
                <a:pos x="7" y="39"/>
              </a:cxn>
              <a:cxn ang="0">
                <a:pos x="5" y="36"/>
              </a:cxn>
              <a:cxn ang="0">
                <a:pos x="6" y="34"/>
              </a:cxn>
              <a:cxn ang="0">
                <a:pos x="21" y="19"/>
              </a:cxn>
              <a:cxn ang="0">
                <a:pos x="13" y="19"/>
              </a:cxn>
              <a:cxn ang="0">
                <a:pos x="11" y="17"/>
              </a:cxn>
              <a:cxn ang="0">
                <a:pos x="12" y="15"/>
              </a:cxn>
              <a:cxn ang="0">
                <a:pos x="26" y="0"/>
              </a:cxn>
              <a:cxn ang="0">
                <a:pos x="28" y="0"/>
              </a:cxn>
              <a:cxn ang="0">
                <a:pos x="30" y="0"/>
              </a:cxn>
              <a:cxn ang="0">
                <a:pos x="44" y="15"/>
              </a:cxn>
              <a:cxn ang="0">
                <a:pos x="45" y="17"/>
              </a:cxn>
              <a:cxn ang="0">
                <a:pos x="42" y="19"/>
              </a:cxn>
              <a:cxn ang="0">
                <a:pos x="35" y="19"/>
              </a:cxn>
              <a:cxn ang="0">
                <a:pos x="50" y="34"/>
              </a:cxn>
              <a:cxn ang="0">
                <a:pos x="51" y="36"/>
              </a:cxn>
              <a:cxn ang="0">
                <a:pos x="49" y="39"/>
              </a:cxn>
              <a:cxn ang="0">
                <a:pos x="40" y="39"/>
              </a:cxn>
              <a:cxn ang="0">
                <a:pos x="55" y="54"/>
              </a:cxn>
              <a:cxn ang="0">
                <a:pos x="56" y="56"/>
              </a:cxn>
              <a:cxn ang="0">
                <a:pos x="53" y="58"/>
              </a:cxn>
            </a:cxnLst>
            <a:rect l="0" t="0" r="r" b="b"/>
            <a:pathLst>
              <a:path w="56" h="68">
                <a:moveTo>
                  <a:pt x="53" y="58"/>
                </a:moveTo>
                <a:cubicBezTo>
                  <a:pt x="36" y="58"/>
                  <a:pt x="36" y="58"/>
                  <a:pt x="36" y="58"/>
                </a:cubicBezTo>
                <a:cubicBezTo>
                  <a:pt x="36" y="60"/>
                  <a:pt x="36" y="63"/>
                  <a:pt x="36" y="65"/>
                </a:cubicBezTo>
                <a:cubicBezTo>
                  <a:pt x="36" y="67"/>
                  <a:pt x="35" y="68"/>
                  <a:pt x="34" y="68"/>
                </a:cubicBezTo>
                <a:cubicBezTo>
                  <a:pt x="22" y="68"/>
                  <a:pt x="22" y="68"/>
                  <a:pt x="22" y="68"/>
                </a:cubicBezTo>
                <a:cubicBezTo>
                  <a:pt x="21" y="68"/>
                  <a:pt x="20" y="67"/>
                  <a:pt x="20" y="65"/>
                </a:cubicBezTo>
                <a:cubicBezTo>
                  <a:pt x="20" y="63"/>
                  <a:pt x="20" y="60"/>
                  <a:pt x="20" y="58"/>
                </a:cubicBezTo>
                <a:cubicBezTo>
                  <a:pt x="2" y="58"/>
                  <a:pt x="2" y="58"/>
                  <a:pt x="2" y="58"/>
                </a:cubicBezTo>
                <a:cubicBezTo>
                  <a:pt x="1" y="58"/>
                  <a:pt x="0" y="57"/>
                  <a:pt x="0" y="56"/>
                </a:cubicBezTo>
                <a:cubicBezTo>
                  <a:pt x="0" y="55"/>
                  <a:pt x="0" y="54"/>
                  <a:pt x="1" y="54"/>
                </a:cubicBezTo>
                <a:cubicBezTo>
                  <a:pt x="16" y="39"/>
                  <a:pt x="16" y="39"/>
                  <a:pt x="16" y="39"/>
                </a:cubicBezTo>
                <a:cubicBezTo>
                  <a:pt x="7" y="39"/>
                  <a:pt x="7" y="39"/>
                  <a:pt x="7" y="39"/>
                </a:cubicBezTo>
                <a:cubicBezTo>
                  <a:pt x="6" y="39"/>
                  <a:pt x="5" y="37"/>
                  <a:pt x="5" y="36"/>
                </a:cubicBezTo>
                <a:cubicBezTo>
                  <a:pt x="5" y="35"/>
                  <a:pt x="5" y="35"/>
                  <a:pt x="6" y="34"/>
                </a:cubicBezTo>
                <a:cubicBezTo>
                  <a:pt x="21" y="19"/>
                  <a:pt x="21" y="19"/>
                  <a:pt x="21" y="19"/>
                </a:cubicBezTo>
                <a:cubicBezTo>
                  <a:pt x="13" y="19"/>
                  <a:pt x="13" y="19"/>
                  <a:pt x="13" y="19"/>
                </a:cubicBezTo>
                <a:cubicBezTo>
                  <a:pt x="12" y="19"/>
                  <a:pt x="11" y="18"/>
                  <a:pt x="11" y="17"/>
                </a:cubicBezTo>
                <a:cubicBezTo>
                  <a:pt x="11" y="16"/>
                  <a:pt x="11" y="15"/>
                  <a:pt x="12" y="15"/>
                </a:cubicBezTo>
                <a:cubicBezTo>
                  <a:pt x="26" y="0"/>
                  <a:pt x="26" y="0"/>
                  <a:pt x="26" y="0"/>
                </a:cubicBezTo>
                <a:cubicBezTo>
                  <a:pt x="27" y="0"/>
                  <a:pt x="27" y="0"/>
                  <a:pt x="28" y="0"/>
                </a:cubicBezTo>
                <a:cubicBezTo>
                  <a:pt x="29" y="0"/>
                  <a:pt x="29" y="0"/>
                  <a:pt x="30" y="0"/>
                </a:cubicBezTo>
                <a:cubicBezTo>
                  <a:pt x="44" y="15"/>
                  <a:pt x="44" y="15"/>
                  <a:pt x="44" y="15"/>
                </a:cubicBezTo>
                <a:cubicBezTo>
                  <a:pt x="45" y="15"/>
                  <a:pt x="45" y="16"/>
                  <a:pt x="45" y="17"/>
                </a:cubicBezTo>
                <a:cubicBezTo>
                  <a:pt x="45" y="18"/>
                  <a:pt x="44" y="19"/>
                  <a:pt x="42" y="19"/>
                </a:cubicBezTo>
                <a:cubicBezTo>
                  <a:pt x="35" y="19"/>
                  <a:pt x="35" y="19"/>
                  <a:pt x="35" y="19"/>
                </a:cubicBezTo>
                <a:cubicBezTo>
                  <a:pt x="50" y="34"/>
                  <a:pt x="50" y="34"/>
                  <a:pt x="50" y="34"/>
                </a:cubicBezTo>
                <a:cubicBezTo>
                  <a:pt x="51" y="35"/>
                  <a:pt x="51" y="35"/>
                  <a:pt x="51" y="36"/>
                </a:cubicBezTo>
                <a:cubicBezTo>
                  <a:pt x="51" y="37"/>
                  <a:pt x="50" y="39"/>
                  <a:pt x="49" y="39"/>
                </a:cubicBezTo>
                <a:cubicBezTo>
                  <a:pt x="40" y="39"/>
                  <a:pt x="40" y="39"/>
                  <a:pt x="40" y="39"/>
                </a:cubicBezTo>
                <a:cubicBezTo>
                  <a:pt x="55" y="54"/>
                  <a:pt x="55" y="54"/>
                  <a:pt x="55" y="54"/>
                </a:cubicBezTo>
                <a:cubicBezTo>
                  <a:pt x="56" y="54"/>
                  <a:pt x="56" y="55"/>
                  <a:pt x="56" y="56"/>
                </a:cubicBezTo>
                <a:cubicBezTo>
                  <a:pt x="56" y="57"/>
                  <a:pt x="55" y="58"/>
                  <a:pt x="53" y="5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58928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Time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69"/>
          <p:cNvSpPr>
            <a:spLocks noEditPoints="1"/>
          </p:cNvSpPr>
          <p:nvPr userDrawn="1"/>
        </p:nvSpPr>
        <p:spPr bwMode="auto">
          <a:xfrm>
            <a:off x="5467090" y="1498600"/>
            <a:ext cx="1257823" cy="1267883"/>
          </a:xfrm>
          <a:custGeom>
            <a:avLst/>
            <a:gdLst/>
            <a:ahLst/>
            <a:cxnLst>
              <a:cxn ang="0">
                <a:pos x="29" y="58"/>
              </a:cxn>
              <a:cxn ang="0">
                <a:pos x="6" y="47"/>
              </a:cxn>
              <a:cxn ang="0">
                <a:pos x="7" y="46"/>
              </a:cxn>
              <a:cxn ang="0">
                <a:pos x="12" y="40"/>
              </a:cxn>
              <a:cxn ang="0">
                <a:pos x="13" y="40"/>
              </a:cxn>
              <a:cxn ang="0">
                <a:pos x="14" y="41"/>
              </a:cxn>
              <a:cxn ang="0">
                <a:pos x="29" y="48"/>
              </a:cxn>
              <a:cxn ang="0">
                <a:pos x="48" y="29"/>
              </a:cxn>
              <a:cxn ang="0">
                <a:pos x="29" y="9"/>
              </a:cxn>
              <a:cxn ang="0">
                <a:pos x="16" y="14"/>
              </a:cxn>
              <a:cxn ang="0">
                <a:pos x="21" y="20"/>
              </a:cxn>
              <a:cxn ang="0">
                <a:pos x="21" y="22"/>
              </a:cxn>
              <a:cxn ang="0">
                <a:pos x="19" y="24"/>
              </a:cxn>
              <a:cxn ang="0">
                <a:pos x="2" y="24"/>
              </a:cxn>
              <a:cxn ang="0">
                <a:pos x="0" y="21"/>
              </a:cxn>
              <a:cxn ang="0">
                <a:pos x="0" y="4"/>
              </a:cxn>
              <a:cxn ang="0">
                <a:pos x="1" y="2"/>
              </a:cxn>
              <a:cxn ang="0">
                <a:pos x="4" y="3"/>
              </a:cxn>
              <a:cxn ang="0">
                <a:pos x="9" y="8"/>
              </a:cxn>
              <a:cxn ang="0">
                <a:pos x="29" y="0"/>
              </a:cxn>
              <a:cxn ang="0">
                <a:pos x="58" y="29"/>
              </a:cxn>
              <a:cxn ang="0">
                <a:pos x="29" y="58"/>
              </a:cxn>
              <a:cxn ang="0">
                <a:pos x="34" y="35"/>
              </a:cxn>
              <a:cxn ang="0">
                <a:pos x="33" y="36"/>
              </a:cxn>
              <a:cxn ang="0">
                <a:pos x="20" y="36"/>
              </a:cxn>
              <a:cxn ang="0">
                <a:pos x="19" y="35"/>
              </a:cxn>
              <a:cxn ang="0">
                <a:pos x="19" y="32"/>
              </a:cxn>
              <a:cxn ang="0">
                <a:pos x="20" y="31"/>
              </a:cxn>
              <a:cxn ang="0">
                <a:pos x="29" y="31"/>
              </a:cxn>
              <a:cxn ang="0">
                <a:pos x="29" y="18"/>
              </a:cxn>
              <a:cxn ang="0">
                <a:pos x="30" y="17"/>
              </a:cxn>
              <a:cxn ang="0">
                <a:pos x="33" y="17"/>
              </a:cxn>
              <a:cxn ang="0">
                <a:pos x="34" y="18"/>
              </a:cxn>
              <a:cxn ang="0">
                <a:pos x="34" y="35"/>
              </a:cxn>
            </a:cxnLst>
            <a:rect l="0" t="0" r="r" b="b"/>
            <a:pathLst>
              <a:path w="58" h="58">
                <a:moveTo>
                  <a:pt x="29" y="58"/>
                </a:moveTo>
                <a:cubicBezTo>
                  <a:pt x="20" y="58"/>
                  <a:pt x="12" y="54"/>
                  <a:pt x="6" y="47"/>
                </a:cubicBezTo>
                <a:cubicBezTo>
                  <a:pt x="6" y="47"/>
                  <a:pt x="6" y="46"/>
                  <a:pt x="7" y="46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40"/>
                  <a:pt x="12" y="40"/>
                  <a:pt x="13" y="40"/>
                </a:cubicBezTo>
                <a:cubicBezTo>
                  <a:pt x="13" y="40"/>
                  <a:pt x="13" y="40"/>
                  <a:pt x="14" y="41"/>
                </a:cubicBezTo>
                <a:cubicBezTo>
                  <a:pt x="17" y="45"/>
                  <a:pt x="23" y="48"/>
                  <a:pt x="29" y="48"/>
                </a:cubicBezTo>
                <a:cubicBezTo>
                  <a:pt x="40" y="48"/>
                  <a:pt x="48" y="39"/>
                  <a:pt x="48" y="29"/>
                </a:cubicBezTo>
                <a:cubicBezTo>
                  <a:pt x="48" y="18"/>
                  <a:pt x="40" y="9"/>
                  <a:pt x="29" y="9"/>
                </a:cubicBezTo>
                <a:cubicBezTo>
                  <a:pt x="24" y="9"/>
                  <a:pt x="19" y="11"/>
                  <a:pt x="16" y="14"/>
                </a:cubicBezTo>
                <a:cubicBezTo>
                  <a:pt x="21" y="20"/>
                  <a:pt x="21" y="20"/>
                  <a:pt x="21" y="20"/>
                </a:cubicBezTo>
                <a:cubicBezTo>
                  <a:pt x="22" y="20"/>
                  <a:pt x="22" y="21"/>
                  <a:pt x="21" y="22"/>
                </a:cubicBezTo>
                <a:cubicBezTo>
                  <a:pt x="21" y="23"/>
                  <a:pt x="20" y="24"/>
                  <a:pt x="19" y="24"/>
                </a:cubicBezTo>
                <a:cubicBezTo>
                  <a:pt x="2" y="24"/>
                  <a:pt x="2" y="24"/>
                  <a:pt x="2" y="24"/>
                </a:cubicBezTo>
                <a:cubicBezTo>
                  <a:pt x="1" y="24"/>
                  <a:pt x="0" y="23"/>
                  <a:pt x="0" y="21"/>
                </a:cubicBezTo>
                <a:cubicBezTo>
                  <a:pt x="0" y="4"/>
                  <a:pt x="0" y="4"/>
                  <a:pt x="0" y="4"/>
                </a:cubicBezTo>
                <a:cubicBezTo>
                  <a:pt x="0" y="3"/>
                  <a:pt x="0" y="3"/>
                  <a:pt x="1" y="2"/>
                </a:cubicBezTo>
                <a:cubicBezTo>
                  <a:pt x="2" y="2"/>
                  <a:pt x="3" y="2"/>
                  <a:pt x="4" y="3"/>
                </a:cubicBezTo>
                <a:cubicBezTo>
                  <a:pt x="9" y="8"/>
                  <a:pt x="9" y="8"/>
                  <a:pt x="9" y="8"/>
                </a:cubicBezTo>
                <a:cubicBezTo>
                  <a:pt x="14" y="3"/>
                  <a:pt x="21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34" y="35"/>
                </a:moveTo>
                <a:cubicBezTo>
                  <a:pt x="34" y="35"/>
                  <a:pt x="33" y="36"/>
                  <a:pt x="33" y="36"/>
                </a:cubicBezTo>
                <a:cubicBezTo>
                  <a:pt x="20" y="36"/>
                  <a:pt x="20" y="36"/>
                  <a:pt x="20" y="36"/>
                </a:cubicBezTo>
                <a:cubicBezTo>
                  <a:pt x="20" y="36"/>
                  <a:pt x="19" y="35"/>
                  <a:pt x="19" y="35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20" y="31"/>
                  <a:pt x="20" y="31"/>
                </a:cubicBezTo>
                <a:cubicBezTo>
                  <a:pt x="29" y="31"/>
                  <a:pt x="29" y="31"/>
                  <a:pt x="29" y="31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7"/>
                  <a:pt x="29" y="17"/>
                  <a:pt x="30" y="17"/>
                </a:cubicBezTo>
                <a:cubicBezTo>
                  <a:pt x="33" y="17"/>
                  <a:pt x="33" y="17"/>
                  <a:pt x="33" y="17"/>
                </a:cubicBezTo>
                <a:cubicBezTo>
                  <a:pt x="33" y="17"/>
                  <a:pt x="34" y="17"/>
                  <a:pt x="34" y="18"/>
                </a:cubicBezTo>
                <a:lnTo>
                  <a:pt x="34" y="35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15655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gm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0"/>
          <p:cNvSpPr>
            <a:spLocks noEditPoints="1"/>
          </p:cNvSpPr>
          <p:nvPr userDrawn="1"/>
        </p:nvSpPr>
        <p:spPr bwMode="auto">
          <a:xfrm>
            <a:off x="5428193" y="1498601"/>
            <a:ext cx="1335617" cy="1280351"/>
          </a:xfrm>
          <a:custGeom>
            <a:avLst/>
            <a:gdLst/>
            <a:ahLst/>
            <a:cxnLst>
              <a:cxn ang="0">
                <a:pos x="63" y="49"/>
              </a:cxn>
              <a:cxn ang="0">
                <a:pos x="58" y="44"/>
              </a:cxn>
              <a:cxn ang="0">
                <a:pos x="54" y="48"/>
              </a:cxn>
              <a:cxn ang="0">
                <a:pos x="63" y="57"/>
              </a:cxn>
              <a:cxn ang="0">
                <a:pos x="64" y="60"/>
              </a:cxn>
              <a:cxn ang="0">
                <a:pos x="59" y="64"/>
              </a:cxn>
              <a:cxn ang="0">
                <a:pos x="56" y="63"/>
              </a:cxn>
              <a:cxn ang="0">
                <a:pos x="29" y="36"/>
              </a:cxn>
              <a:cxn ang="0">
                <a:pos x="15" y="42"/>
              </a:cxn>
              <a:cxn ang="0">
                <a:pos x="0" y="27"/>
              </a:cxn>
              <a:cxn ang="0">
                <a:pos x="26" y="0"/>
              </a:cxn>
              <a:cxn ang="0">
                <a:pos x="41" y="15"/>
              </a:cxn>
              <a:cxn ang="0">
                <a:pos x="36" y="30"/>
              </a:cxn>
              <a:cxn ang="0">
                <a:pos x="50" y="44"/>
              </a:cxn>
              <a:cxn ang="0">
                <a:pos x="54" y="40"/>
              </a:cxn>
              <a:cxn ang="0">
                <a:pos x="49" y="35"/>
              </a:cxn>
              <a:cxn ang="0">
                <a:pos x="54" y="31"/>
              </a:cxn>
              <a:cxn ang="0">
                <a:pos x="55" y="31"/>
              </a:cxn>
              <a:cxn ang="0">
                <a:pos x="67" y="44"/>
              </a:cxn>
              <a:cxn ang="0">
                <a:pos x="63" y="49"/>
              </a:cxn>
              <a:cxn ang="0">
                <a:pos x="25" y="8"/>
              </a:cxn>
              <a:cxn ang="0">
                <a:pos x="18" y="16"/>
              </a:cxn>
              <a:cxn ang="0">
                <a:pos x="19" y="19"/>
              </a:cxn>
              <a:cxn ang="0">
                <a:pos x="15" y="18"/>
              </a:cxn>
              <a:cxn ang="0">
                <a:pos x="7" y="26"/>
              </a:cxn>
              <a:cxn ang="0">
                <a:pos x="15" y="34"/>
              </a:cxn>
              <a:cxn ang="0">
                <a:pos x="23" y="26"/>
              </a:cxn>
              <a:cxn ang="0">
                <a:pos x="22" y="23"/>
              </a:cxn>
              <a:cxn ang="0">
                <a:pos x="25" y="24"/>
              </a:cxn>
              <a:cxn ang="0">
                <a:pos x="33" y="16"/>
              </a:cxn>
              <a:cxn ang="0">
                <a:pos x="25" y="8"/>
              </a:cxn>
            </a:cxnLst>
            <a:rect l="0" t="0" r="r" b="b"/>
            <a:pathLst>
              <a:path w="67" h="64">
                <a:moveTo>
                  <a:pt x="63" y="49"/>
                </a:moveTo>
                <a:cubicBezTo>
                  <a:pt x="62" y="49"/>
                  <a:pt x="58" y="45"/>
                  <a:pt x="58" y="44"/>
                </a:cubicBezTo>
                <a:cubicBezTo>
                  <a:pt x="54" y="48"/>
                  <a:pt x="54" y="48"/>
                  <a:pt x="54" y="48"/>
                </a:cubicBezTo>
                <a:cubicBezTo>
                  <a:pt x="63" y="57"/>
                  <a:pt x="63" y="57"/>
                  <a:pt x="63" y="57"/>
                </a:cubicBezTo>
                <a:cubicBezTo>
                  <a:pt x="63" y="58"/>
                  <a:pt x="64" y="59"/>
                  <a:pt x="64" y="60"/>
                </a:cubicBezTo>
                <a:cubicBezTo>
                  <a:pt x="64" y="62"/>
                  <a:pt x="61" y="64"/>
                  <a:pt x="59" y="64"/>
                </a:cubicBezTo>
                <a:cubicBezTo>
                  <a:pt x="58" y="64"/>
                  <a:pt x="57" y="64"/>
                  <a:pt x="56" y="63"/>
                </a:cubicBezTo>
                <a:cubicBezTo>
                  <a:pt x="29" y="36"/>
                  <a:pt x="29" y="36"/>
                  <a:pt x="29" y="36"/>
                </a:cubicBezTo>
                <a:cubicBezTo>
                  <a:pt x="25" y="39"/>
                  <a:pt x="20" y="42"/>
                  <a:pt x="15" y="42"/>
                </a:cubicBezTo>
                <a:cubicBezTo>
                  <a:pt x="6" y="42"/>
                  <a:pt x="0" y="36"/>
                  <a:pt x="0" y="27"/>
                </a:cubicBezTo>
                <a:cubicBezTo>
                  <a:pt x="0" y="14"/>
                  <a:pt x="13" y="0"/>
                  <a:pt x="26" y="0"/>
                </a:cubicBezTo>
                <a:cubicBezTo>
                  <a:pt x="35" y="0"/>
                  <a:pt x="41" y="6"/>
                  <a:pt x="41" y="15"/>
                </a:cubicBezTo>
                <a:cubicBezTo>
                  <a:pt x="41" y="21"/>
                  <a:pt x="39" y="26"/>
                  <a:pt x="36" y="30"/>
                </a:cubicBezTo>
                <a:cubicBezTo>
                  <a:pt x="50" y="44"/>
                  <a:pt x="50" y="44"/>
                  <a:pt x="50" y="44"/>
                </a:cubicBezTo>
                <a:cubicBezTo>
                  <a:pt x="54" y="40"/>
                  <a:pt x="54" y="40"/>
                  <a:pt x="54" y="40"/>
                </a:cubicBezTo>
                <a:cubicBezTo>
                  <a:pt x="53" y="39"/>
                  <a:pt x="49" y="36"/>
                  <a:pt x="49" y="35"/>
                </a:cubicBezTo>
                <a:cubicBezTo>
                  <a:pt x="49" y="34"/>
                  <a:pt x="53" y="31"/>
                  <a:pt x="54" y="31"/>
                </a:cubicBezTo>
                <a:cubicBezTo>
                  <a:pt x="54" y="31"/>
                  <a:pt x="54" y="31"/>
                  <a:pt x="55" y="31"/>
                </a:cubicBezTo>
                <a:cubicBezTo>
                  <a:pt x="56" y="32"/>
                  <a:pt x="67" y="43"/>
                  <a:pt x="67" y="44"/>
                </a:cubicBezTo>
                <a:cubicBezTo>
                  <a:pt x="67" y="45"/>
                  <a:pt x="64" y="49"/>
                  <a:pt x="63" y="49"/>
                </a:cubicBezTo>
                <a:close/>
                <a:moveTo>
                  <a:pt x="25" y="8"/>
                </a:moveTo>
                <a:cubicBezTo>
                  <a:pt x="21" y="8"/>
                  <a:pt x="18" y="12"/>
                  <a:pt x="18" y="16"/>
                </a:cubicBezTo>
                <a:cubicBezTo>
                  <a:pt x="18" y="17"/>
                  <a:pt x="18" y="18"/>
                  <a:pt x="19" y="19"/>
                </a:cubicBezTo>
                <a:cubicBezTo>
                  <a:pt x="17" y="19"/>
                  <a:pt x="16" y="18"/>
                  <a:pt x="15" y="18"/>
                </a:cubicBezTo>
                <a:cubicBezTo>
                  <a:pt x="11" y="18"/>
                  <a:pt x="7" y="22"/>
                  <a:pt x="7" y="26"/>
                </a:cubicBezTo>
                <a:cubicBezTo>
                  <a:pt x="7" y="30"/>
                  <a:pt x="11" y="34"/>
                  <a:pt x="15" y="34"/>
                </a:cubicBezTo>
                <a:cubicBezTo>
                  <a:pt x="19" y="34"/>
                  <a:pt x="23" y="30"/>
                  <a:pt x="23" y="26"/>
                </a:cubicBezTo>
                <a:cubicBezTo>
                  <a:pt x="23" y="25"/>
                  <a:pt x="23" y="24"/>
                  <a:pt x="22" y="23"/>
                </a:cubicBezTo>
                <a:cubicBezTo>
                  <a:pt x="23" y="23"/>
                  <a:pt x="24" y="24"/>
                  <a:pt x="25" y="24"/>
                </a:cubicBezTo>
                <a:cubicBezTo>
                  <a:pt x="30" y="24"/>
                  <a:pt x="33" y="20"/>
                  <a:pt x="33" y="16"/>
                </a:cubicBezTo>
                <a:cubicBezTo>
                  <a:pt x="33" y="12"/>
                  <a:pt x="30" y="8"/>
                  <a:pt x="25" y="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4229306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peci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89"/>
          <p:cNvSpPr>
            <a:spLocks noEditPoints="1"/>
          </p:cNvSpPr>
          <p:nvPr userDrawn="1"/>
        </p:nvSpPr>
        <p:spPr bwMode="auto">
          <a:xfrm>
            <a:off x="5524265" y="1698556"/>
            <a:ext cx="1143473" cy="998408"/>
          </a:xfrm>
          <a:custGeom>
            <a:avLst/>
            <a:gdLst/>
            <a:ahLst/>
            <a:cxnLst>
              <a:cxn ang="0">
                <a:pos x="62" y="32"/>
              </a:cxn>
              <a:cxn ang="0">
                <a:pos x="61" y="33"/>
              </a:cxn>
              <a:cxn ang="0">
                <a:pos x="57" y="33"/>
              </a:cxn>
              <a:cxn ang="0">
                <a:pos x="57" y="50"/>
              </a:cxn>
              <a:cxn ang="0">
                <a:pos x="53" y="54"/>
              </a:cxn>
              <a:cxn ang="0">
                <a:pos x="9" y="54"/>
              </a:cxn>
              <a:cxn ang="0">
                <a:pos x="6" y="50"/>
              </a:cxn>
              <a:cxn ang="0">
                <a:pos x="6" y="33"/>
              </a:cxn>
              <a:cxn ang="0">
                <a:pos x="2" y="33"/>
              </a:cxn>
              <a:cxn ang="0">
                <a:pos x="0" y="32"/>
              </a:cxn>
              <a:cxn ang="0">
                <a:pos x="0" y="19"/>
              </a:cxn>
              <a:cxn ang="0">
                <a:pos x="2" y="18"/>
              </a:cxn>
              <a:cxn ang="0">
                <a:pos x="19" y="18"/>
              </a:cxn>
              <a:cxn ang="0">
                <a:pos x="10" y="9"/>
              </a:cxn>
              <a:cxn ang="0">
                <a:pos x="19" y="0"/>
              </a:cxn>
              <a:cxn ang="0">
                <a:pos x="26" y="3"/>
              </a:cxn>
              <a:cxn ang="0">
                <a:pos x="31" y="10"/>
              </a:cxn>
              <a:cxn ang="0">
                <a:pos x="36" y="3"/>
              </a:cxn>
              <a:cxn ang="0">
                <a:pos x="43" y="0"/>
              </a:cxn>
              <a:cxn ang="0">
                <a:pos x="52" y="9"/>
              </a:cxn>
              <a:cxn ang="0">
                <a:pos x="43" y="18"/>
              </a:cxn>
              <a:cxn ang="0">
                <a:pos x="61" y="18"/>
              </a:cxn>
              <a:cxn ang="0">
                <a:pos x="62" y="19"/>
              </a:cxn>
              <a:cxn ang="0">
                <a:pos x="62" y="32"/>
              </a:cxn>
              <a:cxn ang="0">
                <a:pos x="27" y="13"/>
              </a:cxn>
              <a:cxn ang="0">
                <a:pos x="22" y="6"/>
              </a:cxn>
              <a:cxn ang="0">
                <a:pos x="19" y="5"/>
              </a:cxn>
              <a:cxn ang="0">
                <a:pos x="16" y="9"/>
              </a:cxn>
              <a:cxn ang="0">
                <a:pos x="19" y="13"/>
              </a:cxn>
              <a:cxn ang="0">
                <a:pos x="27" y="13"/>
              </a:cxn>
              <a:cxn ang="0">
                <a:pos x="38" y="45"/>
              </a:cxn>
              <a:cxn ang="0">
                <a:pos x="38" y="26"/>
              </a:cxn>
              <a:cxn ang="0">
                <a:pos x="38" y="18"/>
              </a:cxn>
              <a:cxn ang="0">
                <a:pos x="25" y="18"/>
              </a:cxn>
              <a:cxn ang="0">
                <a:pos x="25" y="26"/>
              </a:cxn>
              <a:cxn ang="0">
                <a:pos x="25" y="45"/>
              </a:cxn>
              <a:cxn ang="0">
                <a:pos x="25" y="47"/>
              </a:cxn>
              <a:cxn ang="0">
                <a:pos x="27" y="49"/>
              </a:cxn>
              <a:cxn ang="0">
                <a:pos x="35" y="49"/>
              </a:cxn>
              <a:cxn ang="0">
                <a:pos x="38" y="47"/>
              </a:cxn>
              <a:cxn ang="0">
                <a:pos x="38" y="45"/>
              </a:cxn>
              <a:cxn ang="0">
                <a:pos x="43" y="5"/>
              </a:cxn>
              <a:cxn ang="0">
                <a:pos x="40" y="6"/>
              </a:cxn>
              <a:cxn ang="0">
                <a:pos x="35" y="13"/>
              </a:cxn>
              <a:cxn ang="0">
                <a:pos x="43" y="13"/>
              </a:cxn>
              <a:cxn ang="0">
                <a:pos x="47" y="9"/>
              </a:cxn>
              <a:cxn ang="0">
                <a:pos x="43" y="5"/>
              </a:cxn>
            </a:cxnLst>
            <a:rect l="0" t="0" r="r" b="b"/>
            <a:pathLst>
              <a:path w="62" h="54">
                <a:moveTo>
                  <a:pt x="62" y="32"/>
                </a:moveTo>
                <a:cubicBezTo>
                  <a:pt x="62" y="33"/>
                  <a:pt x="62" y="33"/>
                  <a:pt x="61" y="33"/>
                </a:cubicBezTo>
                <a:cubicBezTo>
                  <a:pt x="57" y="33"/>
                  <a:pt x="57" y="33"/>
                  <a:pt x="57" y="33"/>
                </a:cubicBezTo>
                <a:cubicBezTo>
                  <a:pt x="57" y="50"/>
                  <a:pt x="57" y="50"/>
                  <a:pt x="57" y="50"/>
                </a:cubicBezTo>
                <a:cubicBezTo>
                  <a:pt x="57" y="52"/>
                  <a:pt x="55" y="54"/>
                  <a:pt x="53" y="54"/>
                </a:cubicBezTo>
                <a:cubicBezTo>
                  <a:pt x="9" y="54"/>
                  <a:pt x="9" y="54"/>
                  <a:pt x="9" y="54"/>
                </a:cubicBezTo>
                <a:cubicBezTo>
                  <a:pt x="7" y="54"/>
                  <a:pt x="6" y="52"/>
                  <a:pt x="6" y="50"/>
                </a:cubicBezTo>
                <a:cubicBezTo>
                  <a:pt x="6" y="33"/>
                  <a:pt x="6" y="33"/>
                  <a:pt x="6" y="33"/>
                </a:cubicBezTo>
                <a:cubicBezTo>
                  <a:pt x="2" y="33"/>
                  <a:pt x="2" y="33"/>
                  <a:pt x="2" y="33"/>
                </a:cubicBezTo>
                <a:cubicBezTo>
                  <a:pt x="1" y="33"/>
                  <a:pt x="0" y="33"/>
                  <a:pt x="0" y="32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9"/>
                  <a:pt x="1" y="18"/>
                  <a:pt x="2" y="18"/>
                </a:cubicBezTo>
                <a:cubicBezTo>
                  <a:pt x="19" y="18"/>
                  <a:pt x="19" y="18"/>
                  <a:pt x="19" y="18"/>
                </a:cubicBezTo>
                <a:cubicBezTo>
                  <a:pt x="14" y="18"/>
                  <a:pt x="10" y="14"/>
                  <a:pt x="10" y="9"/>
                </a:cubicBezTo>
                <a:cubicBezTo>
                  <a:pt x="10" y="4"/>
                  <a:pt x="14" y="0"/>
                  <a:pt x="19" y="0"/>
                </a:cubicBezTo>
                <a:cubicBezTo>
                  <a:pt x="22" y="0"/>
                  <a:pt x="25" y="1"/>
                  <a:pt x="26" y="3"/>
                </a:cubicBezTo>
                <a:cubicBezTo>
                  <a:pt x="31" y="10"/>
                  <a:pt x="31" y="10"/>
                  <a:pt x="31" y="10"/>
                </a:cubicBezTo>
                <a:cubicBezTo>
                  <a:pt x="36" y="3"/>
                  <a:pt x="36" y="3"/>
                  <a:pt x="36" y="3"/>
                </a:cubicBezTo>
                <a:cubicBezTo>
                  <a:pt x="38" y="1"/>
                  <a:pt x="41" y="0"/>
                  <a:pt x="43" y="0"/>
                </a:cubicBezTo>
                <a:cubicBezTo>
                  <a:pt x="48" y="0"/>
                  <a:pt x="52" y="4"/>
                  <a:pt x="52" y="9"/>
                </a:cubicBezTo>
                <a:cubicBezTo>
                  <a:pt x="52" y="14"/>
                  <a:pt x="48" y="18"/>
                  <a:pt x="43" y="18"/>
                </a:cubicBezTo>
                <a:cubicBezTo>
                  <a:pt x="61" y="18"/>
                  <a:pt x="61" y="18"/>
                  <a:pt x="61" y="18"/>
                </a:cubicBezTo>
                <a:cubicBezTo>
                  <a:pt x="62" y="18"/>
                  <a:pt x="62" y="19"/>
                  <a:pt x="62" y="19"/>
                </a:cubicBezTo>
                <a:lnTo>
                  <a:pt x="62" y="32"/>
                </a:lnTo>
                <a:close/>
                <a:moveTo>
                  <a:pt x="27" y="13"/>
                </a:moveTo>
                <a:cubicBezTo>
                  <a:pt x="22" y="6"/>
                  <a:pt x="22" y="6"/>
                  <a:pt x="22" y="6"/>
                </a:cubicBezTo>
                <a:cubicBezTo>
                  <a:pt x="22" y="6"/>
                  <a:pt x="21" y="5"/>
                  <a:pt x="19" y="5"/>
                </a:cubicBezTo>
                <a:cubicBezTo>
                  <a:pt x="17" y="5"/>
                  <a:pt x="16" y="7"/>
                  <a:pt x="16" y="9"/>
                </a:cubicBezTo>
                <a:cubicBezTo>
                  <a:pt x="16" y="11"/>
                  <a:pt x="17" y="13"/>
                  <a:pt x="19" y="13"/>
                </a:cubicBezTo>
                <a:lnTo>
                  <a:pt x="27" y="13"/>
                </a:lnTo>
                <a:close/>
                <a:moveTo>
                  <a:pt x="38" y="45"/>
                </a:moveTo>
                <a:cubicBezTo>
                  <a:pt x="38" y="26"/>
                  <a:pt x="38" y="26"/>
                  <a:pt x="38" y="26"/>
                </a:cubicBezTo>
                <a:cubicBezTo>
                  <a:pt x="38" y="18"/>
                  <a:pt x="38" y="18"/>
                  <a:pt x="38" y="18"/>
                </a:cubicBezTo>
                <a:cubicBezTo>
                  <a:pt x="25" y="18"/>
                  <a:pt x="25" y="18"/>
                  <a:pt x="25" y="18"/>
                </a:cubicBezTo>
                <a:cubicBezTo>
                  <a:pt x="25" y="26"/>
                  <a:pt x="25" y="26"/>
                  <a:pt x="25" y="26"/>
                </a:cubicBezTo>
                <a:cubicBezTo>
                  <a:pt x="25" y="45"/>
                  <a:pt x="25" y="45"/>
                  <a:pt x="25" y="45"/>
                </a:cubicBezTo>
                <a:cubicBezTo>
                  <a:pt x="25" y="47"/>
                  <a:pt x="25" y="47"/>
                  <a:pt x="25" y="47"/>
                </a:cubicBezTo>
                <a:cubicBezTo>
                  <a:pt x="25" y="48"/>
                  <a:pt x="26" y="49"/>
                  <a:pt x="27" y="49"/>
                </a:cubicBezTo>
                <a:cubicBezTo>
                  <a:pt x="35" y="49"/>
                  <a:pt x="35" y="49"/>
                  <a:pt x="35" y="49"/>
                </a:cubicBezTo>
                <a:cubicBezTo>
                  <a:pt x="37" y="49"/>
                  <a:pt x="38" y="48"/>
                  <a:pt x="38" y="47"/>
                </a:cubicBezTo>
                <a:lnTo>
                  <a:pt x="38" y="45"/>
                </a:lnTo>
                <a:close/>
                <a:moveTo>
                  <a:pt x="43" y="5"/>
                </a:moveTo>
                <a:cubicBezTo>
                  <a:pt x="42" y="5"/>
                  <a:pt x="41" y="6"/>
                  <a:pt x="40" y="6"/>
                </a:cubicBezTo>
                <a:cubicBezTo>
                  <a:pt x="35" y="13"/>
                  <a:pt x="35" y="13"/>
                  <a:pt x="35" y="13"/>
                </a:cubicBezTo>
                <a:cubicBezTo>
                  <a:pt x="43" y="13"/>
                  <a:pt x="43" y="13"/>
                  <a:pt x="43" y="13"/>
                </a:cubicBezTo>
                <a:cubicBezTo>
                  <a:pt x="45" y="13"/>
                  <a:pt x="47" y="11"/>
                  <a:pt x="47" y="9"/>
                </a:cubicBezTo>
                <a:cubicBezTo>
                  <a:pt x="47" y="7"/>
                  <a:pt x="45" y="5"/>
                  <a:pt x="43" y="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949194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12"/>
          <p:cNvSpPr>
            <a:spLocks noEditPoints="1"/>
          </p:cNvSpPr>
          <p:nvPr userDrawn="1"/>
        </p:nvSpPr>
        <p:spPr bwMode="auto">
          <a:xfrm rot="10800000">
            <a:off x="5503067" y="1397001"/>
            <a:ext cx="1185868" cy="1202225"/>
          </a:xfrm>
          <a:custGeom>
            <a:avLst/>
            <a:gdLst/>
            <a:ahLst/>
            <a:cxnLst>
              <a:cxn ang="0">
                <a:pos x="26" y="55"/>
              </a:cxn>
              <a:cxn ang="0">
                <a:pos x="14" y="67"/>
              </a:cxn>
              <a:cxn ang="0">
                <a:pos x="13" y="68"/>
              </a:cxn>
              <a:cxn ang="0">
                <a:pos x="12" y="67"/>
              </a:cxn>
              <a:cxn ang="0">
                <a:pos x="0" y="55"/>
              </a:cxn>
              <a:cxn ang="0">
                <a:pos x="0" y="54"/>
              </a:cxn>
              <a:cxn ang="0">
                <a:pos x="1" y="53"/>
              </a:cxn>
              <a:cxn ang="0">
                <a:pos x="8" y="53"/>
              </a:cxn>
              <a:cxn ang="0">
                <a:pos x="8" y="1"/>
              </a:cxn>
              <a:cxn ang="0">
                <a:pos x="10" y="0"/>
              </a:cxn>
              <a:cxn ang="0">
                <a:pos x="17" y="0"/>
              </a:cxn>
              <a:cxn ang="0">
                <a:pos x="18" y="1"/>
              </a:cxn>
              <a:cxn ang="0">
                <a:pos x="18" y="53"/>
              </a:cxn>
              <a:cxn ang="0">
                <a:pos x="25" y="53"/>
              </a:cxn>
              <a:cxn ang="0">
                <a:pos x="27" y="54"/>
              </a:cxn>
              <a:cxn ang="0">
                <a:pos x="26" y="55"/>
              </a:cxn>
              <a:cxn ang="0">
                <a:pos x="67" y="8"/>
              </a:cxn>
              <a:cxn ang="0">
                <a:pos x="66" y="9"/>
              </a:cxn>
              <a:cxn ang="0">
                <a:pos x="34" y="9"/>
              </a:cxn>
              <a:cxn ang="0">
                <a:pos x="33" y="8"/>
              </a:cxn>
              <a:cxn ang="0">
                <a:pos x="33" y="1"/>
              </a:cxn>
              <a:cxn ang="0">
                <a:pos x="34" y="0"/>
              </a:cxn>
              <a:cxn ang="0">
                <a:pos x="66" y="0"/>
              </a:cxn>
              <a:cxn ang="0">
                <a:pos x="67" y="1"/>
              </a:cxn>
              <a:cxn ang="0">
                <a:pos x="67" y="8"/>
              </a:cxn>
              <a:cxn ang="0">
                <a:pos x="60" y="28"/>
              </a:cxn>
              <a:cxn ang="0">
                <a:pos x="58" y="29"/>
              </a:cxn>
              <a:cxn ang="0">
                <a:pos x="34" y="29"/>
              </a:cxn>
              <a:cxn ang="0">
                <a:pos x="33" y="28"/>
              </a:cxn>
              <a:cxn ang="0">
                <a:pos x="33" y="20"/>
              </a:cxn>
              <a:cxn ang="0">
                <a:pos x="34" y="19"/>
              </a:cxn>
              <a:cxn ang="0">
                <a:pos x="58" y="19"/>
              </a:cxn>
              <a:cxn ang="0">
                <a:pos x="60" y="20"/>
              </a:cxn>
              <a:cxn ang="0">
                <a:pos x="60" y="28"/>
              </a:cxn>
              <a:cxn ang="0">
                <a:pos x="52" y="47"/>
              </a:cxn>
              <a:cxn ang="0">
                <a:pos x="51" y="48"/>
              </a:cxn>
              <a:cxn ang="0">
                <a:pos x="34" y="48"/>
              </a:cxn>
              <a:cxn ang="0">
                <a:pos x="33" y="47"/>
              </a:cxn>
              <a:cxn ang="0">
                <a:pos x="33" y="40"/>
              </a:cxn>
              <a:cxn ang="0">
                <a:pos x="34" y="39"/>
              </a:cxn>
              <a:cxn ang="0">
                <a:pos x="51" y="39"/>
              </a:cxn>
              <a:cxn ang="0">
                <a:pos x="52" y="40"/>
              </a:cxn>
              <a:cxn ang="0">
                <a:pos x="52" y="47"/>
              </a:cxn>
              <a:cxn ang="0">
                <a:pos x="45" y="67"/>
              </a:cxn>
              <a:cxn ang="0">
                <a:pos x="44" y="68"/>
              </a:cxn>
              <a:cxn ang="0">
                <a:pos x="34" y="68"/>
              </a:cxn>
              <a:cxn ang="0">
                <a:pos x="33" y="67"/>
              </a:cxn>
              <a:cxn ang="0">
                <a:pos x="33" y="59"/>
              </a:cxn>
              <a:cxn ang="0">
                <a:pos x="34" y="58"/>
              </a:cxn>
              <a:cxn ang="0">
                <a:pos x="44" y="58"/>
              </a:cxn>
              <a:cxn ang="0">
                <a:pos x="45" y="59"/>
              </a:cxn>
              <a:cxn ang="0">
                <a:pos x="45" y="67"/>
              </a:cxn>
            </a:cxnLst>
            <a:rect l="0" t="0" r="r" b="b"/>
            <a:pathLst>
              <a:path w="67" h="68">
                <a:moveTo>
                  <a:pt x="26" y="55"/>
                </a:moveTo>
                <a:cubicBezTo>
                  <a:pt x="14" y="67"/>
                  <a:pt x="14" y="67"/>
                  <a:pt x="14" y="67"/>
                </a:cubicBezTo>
                <a:cubicBezTo>
                  <a:pt x="14" y="68"/>
                  <a:pt x="14" y="68"/>
                  <a:pt x="13" y="68"/>
                </a:cubicBezTo>
                <a:cubicBezTo>
                  <a:pt x="13" y="68"/>
                  <a:pt x="13" y="68"/>
                  <a:pt x="12" y="67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4"/>
                  <a:pt x="0" y="54"/>
                </a:cubicBezTo>
                <a:cubicBezTo>
                  <a:pt x="0" y="53"/>
                  <a:pt x="1" y="53"/>
                  <a:pt x="1" y="53"/>
                </a:cubicBezTo>
                <a:cubicBezTo>
                  <a:pt x="8" y="53"/>
                  <a:pt x="8" y="53"/>
                  <a:pt x="8" y="53"/>
                </a:cubicBezTo>
                <a:cubicBezTo>
                  <a:pt x="8" y="1"/>
                  <a:pt x="8" y="1"/>
                  <a:pt x="8" y="1"/>
                </a:cubicBezTo>
                <a:cubicBezTo>
                  <a:pt x="8" y="0"/>
                  <a:pt x="9" y="0"/>
                  <a:pt x="1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53"/>
                  <a:pt x="18" y="53"/>
                  <a:pt x="18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6" y="53"/>
                  <a:pt x="27" y="54"/>
                  <a:pt x="27" y="54"/>
                </a:cubicBezTo>
                <a:cubicBezTo>
                  <a:pt x="27" y="55"/>
                  <a:pt x="27" y="55"/>
                  <a:pt x="26" y="55"/>
                </a:cubicBezTo>
                <a:close/>
                <a:moveTo>
                  <a:pt x="67" y="8"/>
                </a:moveTo>
                <a:cubicBezTo>
                  <a:pt x="67" y="9"/>
                  <a:pt x="66" y="9"/>
                  <a:pt x="66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3" y="9"/>
                  <a:pt x="33" y="9"/>
                  <a:pt x="33" y="8"/>
                </a:cubicBez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3" y="0"/>
                  <a:pt x="34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6" y="0"/>
                  <a:pt x="67" y="0"/>
                  <a:pt x="67" y="1"/>
                </a:cubicBezTo>
                <a:lnTo>
                  <a:pt x="67" y="8"/>
                </a:lnTo>
                <a:close/>
                <a:moveTo>
                  <a:pt x="60" y="28"/>
                </a:moveTo>
                <a:cubicBezTo>
                  <a:pt x="60" y="28"/>
                  <a:pt x="59" y="29"/>
                  <a:pt x="58" y="29"/>
                </a:cubicBezTo>
                <a:cubicBezTo>
                  <a:pt x="34" y="29"/>
                  <a:pt x="34" y="29"/>
                  <a:pt x="34" y="29"/>
                </a:cubicBezTo>
                <a:cubicBezTo>
                  <a:pt x="33" y="29"/>
                  <a:pt x="33" y="28"/>
                  <a:pt x="33" y="28"/>
                </a:cubicBezTo>
                <a:cubicBezTo>
                  <a:pt x="33" y="20"/>
                  <a:pt x="33" y="20"/>
                  <a:pt x="33" y="20"/>
                </a:cubicBezTo>
                <a:cubicBezTo>
                  <a:pt x="33" y="20"/>
                  <a:pt x="33" y="19"/>
                  <a:pt x="34" y="19"/>
                </a:cubicBezTo>
                <a:cubicBezTo>
                  <a:pt x="58" y="19"/>
                  <a:pt x="58" y="19"/>
                  <a:pt x="58" y="19"/>
                </a:cubicBezTo>
                <a:cubicBezTo>
                  <a:pt x="59" y="19"/>
                  <a:pt x="60" y="20"/>
                  <a:pt x="60" y="20"/>
                </a:cubicBezTo>
                <a:lnTo>
                  <a:pt x="60" y="28"/>
                </a:lnTo>
                <a:close/>
                <a:moveTo>
                  <a:pt x="52" y="47"/>
                </a:moveTo>
                <a:cubicBezTo>
                  <a:pt x="52" y="48"/>
                  <a:pt x="52" y="48"/>
                  <a:pt x="51" y="48"/>
                </a:cubicBezTo>
                <a:cubicBezTo>
                  <a:pt x="34" y="48"/>
                  <a:pt x="34" y="48"/>
                  <a:pt x="34" y="48"/>
                </a:cubicBezTo>
                <a:cubicBezTo>
                  <a:pt x="33" y="48"/>
                  <a:pt x="33" y="48"/>
                  <a:pt x="33" y="47"/>
                </a:cubicBezTo>
                <a:cubicBezTo>
                  <a:pt x="33" y="40"/>
                  <a:pt x="33" y="40"/>
                  <a:pt x="33" y="40"/>
                </a:cubicBezTo>
                <a:cubicBezTo>
                  <a:pt x="33" y="39"/>
                  <a:pt x="33" y="39"/>
                  <a:pt x="34" y="39"/>
                </a:cubicBezTo>
                <a:cubicBezTo>
                  <a:pt x="51" y="39"/>
                  <a:pt x="51" y="39"/>
                  <a:pt x="51" y="39"/>
                </a:cubicBezTo>
                <a:cubicBezTo>
                  <a:pt x="52" y="39"/>
                  <a:pt x="52" y="39"/>
                  <a:pt x="52" y="40"/>
                </a:cubicBezTo>
                <a:lnTo>
                  <a:pt x="52" y="47"/>
                </a:lnTo>
                <a:close/>
                <a:moveTo>
                  <a:pt x="45" y="67"/>
                </a:moveTo>
                <a:cubicBezTo>
                  <a:pt x="45" y="67"/>
                  <a:pt x="44" y="68"/>
                  <a:pt x="44" y="68"/>
                </a:cubicBezTo>
                <a:cubicBezTo>
                  <a:pt x="34" y="68"/>
                  <a:pt x="34" y="68"/>
                  <a:pt x="34" y="68"/>
                </a:cubicBezTo>
                <a:cubicBezTo>
                  <a:pt x="33" y="68"/>
                  <a:pt x="33" y="67"/>
                  <a:pt x="33" y="67"/>
                </a:cubicBezTo>
                <a:cubicBezTo>
                  <a:pt x="33" y="59"/>
                  <a:pt x="33" y="59"/>
                  <a:pt x="33" y="59"/>
                </a:cubicBezTo>
                <a:cubicBezTo>
                  <a:pt x="33" y="59"/>
                  <a:pt x="33" y="58"/>
                  <a:pt x="34" y="58"/>
                </a:cubicBezTo>
                <a:cubicBezTo>
                  <a:pt x="44" y="58"/>
                  <a:pt x="44" y="58"/>
                  <a:pt x="44" y="58"/>
                </a:cubicBezTo>
                <a:cubicBezTo>
                  <a:pt x="44" y="58"/>
                  <a:pt x="45" y="59"/>
                  <a:pt x="45" y="59"/>
                </a:cubicBezTo>
                <a:lnTo>
                  <a:pt x="45" y="6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65153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e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219"/>
          <p:cNvSpPr>
            <a:spLocks noEditPoints="1"/>
          </p:cNvSpPr>
          <p:nvPr userDrawn="1"/>
        </p:nvSpPr>
        <p:spPr bwMode="auto">
          <a:xfrm>
            <a:off x="5503067" y="1701799"/>
            <a:ext cx="1185868" cy="919652"/>
          </a:xfrm>
          <a:custGeom>
            <a:avLst/>
            <a:gdLst/>
            <a:ahLst/>
            <a:cxnLst>
              <a:cxn ang="0">
                <a:pos x="8" y="15"/>
              </a:cxn>
              <a:cxn ang="0">
                <a:pos x="0" y="7"/>
              </a:cxn>
              <a:cxn ang="0">
                <a:pos x="8" y="0"/>
              </a:cxn>
              <a:cxn ang="0">
                <a:pos x="15" y="7"/>
              </a:cxn>
              <a:cxn ang="0">
                <a:pos x="8" y="15"/>
              </a:cxn>
              <a:cxn ang="0">
                <a:pos x="8" y="34"/>
              </a:cxn>
              <a:cxn ang="0">
                <a:pos x="0" y="27"/>
              </a:cxn>
              <a:cxn ang="0">
                <a:pos x="8" y="19"/>
              </a:cxn>
              <a:cxn ang="0">
                <a:pos x="15" y="27"/>
              </a:cxn>
              <a:cxn ang="0">
                <a:pos x="8" y="34"/>
              </a:cxn>
              <a:cxn ang="0">
                <a:pos x="8" y="53"/>
              </a:cxn>
              <a:cxn ang="0">
                <a:pos x="0" y="46"/>
              </a:cxn>
              <a:cxn ang="0">
                <a:pos x="8" y="39"/>
              </a:cxn>
              <a:cxn ang="0">
                <a:pos x="15" y="46"/>
              </a:cxn>
              <a:cxn ang="0">
                <a:pos x="8" y="53"/>
              </a:cxn>
              <a:cxn ang="0">
                <a:pos x="68" y="11"/>
              </a:cxn>
              <a:cxn ang="0">
                <a:pos x="67" y="12"/>
              </a:cxn>
              <a:cxn ang="0">
                <a:pos x="21" y="12"/>
              </a:cxn>
              <a:cxn ang="0">
                <a:pos x="20" y="11"/>
              </a:cxn>
              <a:cxn ang="0">
                <a:pos x="20" y="4"/>
              </a:cxn>
              <a:cxn ang="0">
                <a:pos x="21" y="2"/>
              </a:cxn>
              <a:cxn ang="0">
                <a:pos x="67" y="2"/>
              </a:cxn>
              <a:cxn ang="0">
                <a:pos x="68" y="4"/>
              </a:cxn>
              <a:cxn ang="0">
                <a:pos x="68" y="11"/>
              </a:cxn>
              <a:cxn ang="0">
                <a:pos x="68" y="30"/>
              </a:cxn>
              <a:cxn ang="0">
                <a:pos x="67" y="32"/>
              </a:cxn>
              <a:cxn ang="0">
                <a:pos x="21" y="32"/>
              </a:cxn>
              <a:cxn ang="0">
                <a:pos x="20" y="30"/>
              </a:cxn>
              <a:cxn ang="0">
                <a:pos x="20" y="23"/>
              </a:cxn>
              <a:cxn ang="0">
                <a:pos x="21" y="22"/>
              </a:cxn>
              <a:cxn ang="0">
                <a:pos x="67" y="22"/>
              </a:cxn>
              <a:cxn ang="0">
                <a:pos x="68" y="23"/>
              </a:cxn>
              <a:cxn ang="0">
                <a:pos x="68" y="30"/>
              </a:cxn>
              <a:cxn ang="0">
                <a:pos x="68" y="50"/>
              </a:cxn>
              <a:cxn ang="0">
                <a:pos x="67" y="51"/>
              </a:cxn>
              <a:cxn ang="0">
                <a:pos x="21" y="51"/>
              </a:cxn>
              <a:cxn ang="0">
                <a:pos x="20" y="50"/>
              </a:cxn>
              <a:cxn ang="0">
                <a:pos x="20" y="42"/>
              </a:cxn>
              <a:cxn ang="0">
                <a:pos x="21" y="41"/>
              </a:cxn>
              <a:cxn ang="0">
                <a:pos x="67" y="41"/>
              </a:cxn>
              <a:cxn ang="0">
                <a:pos x="68" y="42"/>
              </a:cxn>
              <a:cxn ang="0">
                <a:pos x="68" y="50"/>
              </a:cxn>
            </a:cxnLst>
            <a:rect l="0" t="0" r="r" b="b"/>
            <a:pathLst>
              <a:path w="68" h="53">
                <a:moveTo>
                  <a:pt x="8" y="15"/>
                </a:moveTo>
                <a:cubicBezTo>
                  <a:pt x="4" y="15"/>
                  <a:pt x="0" y="11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12" y="0"/>
                  <a:pt x="15" y="3"/>
                  <a:pt x="15" y="7"/>
                </a:cubicBezTo>
                <a:cubicBezTo>
                  <a:pt x="15" y="11"/>
                  <a:pt x="12" y="15"/>
                  <a:pt x="8" y="15"/>
                </a:cubicBezTo>
                <a:close/>
                <a:moveTo>
                  <a:pt x="8" y="34"/>
                </a:moveTo>
                <a:cubicBezTo>
                  <a:pt x="4" y="34"/>
                  <a:pt x="0" y="31"/>
                  <a:pt x="0" y="27"/>
                </a:cubicBezTo>
                <a:cubicBezTo>
                  <a:pt x="0" y="23"/>
                  <a:pt x="4" y="19"/>
                  <a:pt x="8" y="19"/>
                </a:cubicBezTo>
                <a:cubicBezTo>
                  <a:pt x="12" y="19"/>
                  <a:pt x="15" y="23"/>
                  <a:pt x="15" y="27"/>
                </a:cubicBezTo>
                <a:cubicBezTo>
                  <a:pt x="15" y="31"/>
                  <a:pt x="12" y="34"/>
                  <a:pt x="8" y="34"/>
                </a:cubicBezTo>
                <a:close/>
                <a:moveTo>
                  <a:pt x="8" y="53"/>
                </a:moveTo>
                <a:cubicBezTo>
                  <a:pt x="4" y="53"/>
                  <a:pt x="0" y="50"/>
                  <a:pt x="0" y="46"/>
                </a:cubicBezTo>
                <a:cubicBezTo>
                  <a:pt x="0" y="42"/>
                  <a:pt x="4" y="39"/>
                  <a:pt x="8" y="39"/>
                </a:cubicBezTo>
                <a:cubicBezTo>
                  <a:pt x="12" y="39"/>
                  <a:pt x="15" y="42"/>
                  <a:pt x="15" y="46"/>
                </a:cubicBezTo>
                <a:cubicBezTo>
                  <a:pt x="15" y="50"/>
                  <a:pt x="12" y="53"/>
                  <a:pt x="8" y="53"/>
                </a:cubicBezTo>
                <a:close/>
                <a:moveTo>
                  <a:pt x="68" y="11"/>
                </a:moveTo>
                <a:cubicBezTo>
                  <a:pt x="68" y="12"/>
                  <a:pt x="68" y="12"/>
                  <a:pt x="67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0" y="12"/>
                  <a:pt x="20" y="12"/>
                  <a:pt x="20" y="11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3"/>
                  <a:pt x="20" y="2"/>
                  <a:pt x="21" y="2"/>
                </a:cubicBezTo>
                <a:cubicBezTo>
                  <a:pt x="67" y="2"/>
                  <a:pt x="67" y="2"/>
                  <a:pt x="67" y="2"/>
                </a:cubicBezTo>
                <a:cubicBezTo>
                  <a:pt x="68" y="2"/>
                  <a:pt x="68" y="3"/>
                  <a:pt x="68" y="4"/>
                </a:cubicBezTo>
                <a:lnTo>
                  <a:pt x="68" y="11"/>
                </a:lnTo>
                <a:close/>
                <a:moveTo>
                  <a:pt x="68" y="30"/>
                </a:moveTo>
                <a:cubicBezTo>
                  <a:pt x="68" y="31"/>
                  <a:pt x="68" y="32"/>
                  <a:pt x="67" y="32"/>
                </a:cubicBezTo>
                <a:cubicBezTo>
                  <a:pt x="21" y="32"/>
                  <a:pt x="21" y="32"/>
                  <a:pt x="21" y="32"/>
                </a:cubicBezTo>
                <a:cubicBezTo>
                  <a:pt x="20" y="32"/>
                  <a:pt x="20" y="31"/>
                  <a:pt x="20" y="30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2"/>
                  <a:pt x="20" y="22"/>
                  <a:pt x="21" y="22"/>
                </a:cubicBezTo>
                <a:cubicBezTo>
                  <a:pt x="67" y="22"/>
                  <a:pt x="67" y="22"/>
                  <a:pt x="67" y="22"/>
                </a:cubicBezTo>
                <a:cubicBezTo>
                  <a:pt x="68" y="22"/>
                  <a:pt x="68" y="22"/>
                  <a:pt x="68" y="23"/>
                </a:cubicBezTo>
                <a:lnTo>
                  <a:pt x="68" y="30"/>
                </a:lnTo>
                <a:close/>
                <a:moveTo>
                  <a:pt x="68" y="50"/>
                </a:moveTo>
                <a:cubicBezTo>
                  <a:pt x="68" y="50"/>
                  <a:pt x="68" y="51"/>
                  <a:pt x="67" y="51"/>
                </a:cubicBezTo>
                <a:cubicBezTo>
                  <a:pt x="21" y="51"/>
                  <a:pt x="21" y="51"/>
                  <a:pt x="21" y="51"/>
                </a:cubicBezTo>
                <a:cubicBezTo>
                  <a:pt x="20" y="51"/>
                  <a:pt x="20" y="50"/>
                  <a:pt x="20" y="50"/>
                </a:cubicBezTo>
                <a:cubicBezTo>
                  <a:pt x="20" y="42"/>
                  <a:pt x="20" y="42"/>
                  <a:pt x="20" y="42"/>
                </a:cubicBezTo>
                <a:cubicBezTo>
                  <a:pt x="20" y="42"/>
                  <a:pt x="20" y="41"/>
                  <a:pt x="21" y="41"/>
                </a:cubicBezTo>
                <a:cubicBezTo>
                  <a:pt x="67" y="41"/>
                  <a:pt x="67" y="41"/>
                  <a:pt x="67" y="41"/>
                </a:cubicBezTo>
                <a:cubicBezTo>
                  <a:pt x="68" y="41"/>
                  <a:pt x="68" y="42"/>
                  <a:pt x="68" y="42"/>
                </a:cubicBezTo>
                <a:lnTo>
                  <a:pt x="68" y="5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77431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de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3"/>
          <p:cNvSpPr>
            <a:spLocks noEditPoints="1"/>
          </p:cNvSpPr>
          <p:nvPr userDrawn="1"/>
        </p:nvSpPr>
        <p:spPr bwMode="auto">
          <a:xfrm>
            <a:off x="5613303" y="1397832"/>
            <a:ext cx="965396" cy="1421568"/>
          </a:xfrm>
          <a:custGeom>
            <a:avLst/>
            <a:gdLst/>
            <a:ahLst/>
            <a:cxnLst>
              <a:cxn ang="0">
                <a:pos x="37" y="29"/>
              </a:cxn>
              <a:cxn ang="0">
                <a:pos x="31" y="41"/>
              </a:cxn>
              <a:cxn ang="0">
                <a:pos x="33" y="44"/>
              </a:cxn>
              <a:cxn ang="0">
                <a:pos x="32" y="47"/>
              </a:cxn>
              <a:cxn ang="0">
                <a:pos x="33" y="49"/>
              </a:cxn>
              <a:cxn ang="0">
                <a:pos x="31" y="53"/>
              </a:cxn>
              <a:cxn ang="0">
                <a:pos x="31" y="54"/>
              </a:cxn>
              <a:cxn ang="0">
                <a:pos x="27" y="58"/>
              </a:cxn>
              <a:cxn ang="0">
                <a:pos x="21" y="62"/>
              </a:cxn>
              <a:cxn ang="0">
                <a:pos x="15" y="58"/>
              </a:cxn>
              <a:cxn ang="0">
                <a:pos x="11" y="54"/>
              </a:cxn>
              <a:cxn ang="0">
                <a:pos x="11" y="53"/>
              </a:cxn>
              <a:cxn ang="0">
                <a:pos x="9" y="49"/>
              </a:cxn>
              <a:cxn ang="0">
                <a:pos x="10" y="47"/>
              </a:cxn>
              <a:cxn ang="0">
                <a:pos x="9" y="44"/>
              </a:cxn>
              <a:cxn ang="0">
                <a:pos x="11" y="41"/>
              </a:cxn>
              <a:cxn ang="0">
                <a:pos x="5" y="29"/>
              </a:cxn>
              <a:cxn ang="0">
                <a:pos x="0" y="18"/>
              </a:cxn>
              <a:cxn ang="0">
                <a:pos x="21" y="0"/>
              </a:cxn>
              <a:cxn ang="0">
                <a:pos x="42" y="18"/>
              </a:cxn>
              <a:cxn ang="0">
                <a:pos x="37" y="29"/>
              </a:cxn>
              <a:cxn ang="0">
                <a:pos x="21" y="6"/>
              </a:cxn>
              <a:cxn ang="0">
                <a:pos x="6" y="18"/>
              </a:cxn>
              <a:cxn ang="0">
                <a:pos x="8" y="26"/>
              </a:cxn>
              <a:cxn ang="0">
                <a:pos x="11" y="28"/>
              </a:cxn>
              <a:cxn ang="0">
                <a:pos x="16" y="40"/>
              </a:cxn>
              <a:cxn ang="0">
                <a:pos x="26" y="40"/>
              </a:cxn>
              <a:cxn ang="0">
                <a:pos x="31" y="28"/>
              </a:cxn>
              <a:cxn ang="0">
                <a:pos x="34" y="26"/>
              </a:cxn>
              <a:cxn ang="0">
                <a:pos x="36" y="18"/>
              </a:cxn>
              <a:cxn ang="0">
                <a:pos x="21" y="6"/>
              </a:cxn>
              <a:cxn ang="0">
                <a:pos x="29" y="20"/>
              </a:cxn>
              <a:cxn ang="0">
                <a:pos x="27" y="18"/>
              </a:cxn>
              <a:cxn ang="0">
                <a:pos x="21" y="15"/>
              </a:cxn>
              <a:cxn ang="0">
                <a:pos x="20" y="13"/>
              </a:cxn>
              <a:cxn ang="0">
                <a:pos x="21" y="12"/>
              </a:cxn>
              <a:cxn ang="0">
                <a:pos x="30" y="18"/>
              </a:cxn>
              <a:cxn ang="0">
                <a:pos x="29" y="20"/>
              </a:cxn>
            </a:cxnLst>
            <a:rect l="0" t="0" r="r" b="b"/>
            <a:pathLst>
              <a:path w="42" h="62">
                <a:moveTo>
                  <a:pt x="37" y="29"/>
                </a:moveTo>
                <a:cubicBezTo>
                  <a:pt x="35" y="32"/>
                  <a:pt x="31" y="37"/>
                  <a:pt x="31" y="41"/>
                </a:cubicBezTo>
                <a:cubicBezTo>
                  <a:pt x="32" y="42"/>
                  <a:pt x="33" y="43"/>
                  <a:pt x="33" y="44"/>
                </a:cubicBezTo>
                <a:cubicBezTo>
                  <a:pt x="33" y="45"/>
                  <a:pt x="32" y="46"/>
                  <a:pt x="32" y="47"/>
                </a:cubicBezTo>
                <a:cubicBezTo>
                  <a:pt x="32" y="47"/>
                  <a:pt x="33" y="48"/>
                  <a:pt x="33" y="49"/>
                </a:cubicBezTo>
                <a:cubicBezTo>
                  <a:pt x="33" y="51"/>
                  <a:pt x="32" y="52"/>
                  <a:pt x="31" y="53"/>
                </a:cubicBezTo>
                <a:cubicBezTo>
                  <a:pt x="31" y="53"/>
                  <a:pt x="31" y="54"/>
                  <a:pt x="31" y="54"/>
                </a:cubicBezTo>
                <a:cubicBezTo>
                  <a:pt x="31" y="57"/>
                  <a:pt x="29" y="58"/>
                  <a:pt x="27" y="58"/>
                </a:cubicBezTo>
                <a:cubicBezTo>
                  <a:pt x="26" y="61"/>
                  <a:pt x="24" y="62"/>
                  <a:pt x="21" y="62"/>
                </a:cubicBezTo>
                <a:cubicBezTo>
                  <a:pt x="19" y="62"/>
                  <a:pt x="16" y="61"/>
                  <a:pt x="15" y="58"/>
                </a:cubicBezTo>
                <a:cubicBezTo>
                  <a:pt x="13" y="58"/>
                  <a:pt x="11" y="57"/>
                  <a:pt x="11" y="54"/>
                </a:cubicBezTo>
                <a:cubicBezTo>
                  <a:pt x="11" y="54"/>
                  <a:pt x="11" y="53"/>
                  <a:pt x="11" y="53"/>
                </a:cubicBezTo>
                <a:cubicBezTo>
                  <a:pt x="10" y="52"/>
                  <a:pt x="9" y="51"/>
                  <a:pt x="9" y="49"/>
                </a:cubicBezTo>
                <a:cubicBezTo>
                  <a:pt x="9" y="48"/>
                  <a:pt x="10" y="47"/>
                  <a:pt x="10" y="47"/>
                </a:cubicBezTo>
                <a:cubicBezTo>
                  <a:pt x="10" y="46"/>
                  <a:pt x="9" y="45"/>
                  <a:pt x="9" y="44"/>
                </a:cubicBezTo>
                <a:cubicBezTo>
                  <a:pt x="9" y="43"/>
                  <a:pt x="10" y="42"/>
                  <a:pt x="11" y="41"/>
                </a:cubicBezTo>
                <a:cubicBezTo>
                  <a:pt x="11" y="37"/>
                  <a:pt x="7" y="32"/>
                  <a:pt x="5" y="29"/>
                </a:cubicBezTo>
                <a:cubicBezTo>
                  <a:pt x="2" y="26"/>
                  <a:pt x="0" y="23"/>
                  <a:pt x="0" y="18"/>
                </a:cubicBezTo>
                <a:cubicBezTo>
                  <a:pt x="0" y="8"/>
                  <a:pt x="11" y="0"/>
                  <a:pt x="21" y="0"/>
                </a:cubicBezTo>
                <a:cubicBezTo>
                  <a:pt x="31" y="0"/>
                  <a:pt x="42" y="8"/>
                  <a:pt x="42" y="18"/>
                </a:cubicBezTo>
                <a:cubicBezTo>
                  <a:pt x="42" y="23"/>
                  <a:pt x="40" y="26"/>
                  <a:pt x="37" y="29"/>
                </a:cubicBezTo>
                <a:close/>
                <a:moveTo>
                  <a:pt x="21" y="6"/>
                </a:moveTo>
                <a:cubicBezTo>
                  <a:pt x="14" y="6"/>
                  <a:pt x="6" y="10"/>
                  <a:pt x="6" y="18"/>
                </a:cubicBezTo>
                <a:cubicBezTo>
                  <a:pt x="6" y="21"/>
                  <a:pt x="7" y="24"/>
                  <a:pt x="8" y="26"/>
                </a:cubicBezTo>
                <a:cubicBezTo>
                  <a:pt x="9" y="27"/>
                  <a:pt x="10" y="27"/>
                  <a:pt x="11" y="28"/>
                </a:cubicBezTo>
                <a:cubicBezTo>
                  <a:pt x="14" y="32"/>
                  <a:pt x="16" y="36"/>
                  <a:pt x="16" y="40"/>
                </a:cubicBezTo>
                <a:cubicBezTo>
                  <a:pt x="26" y="40"/>
                  <a:pt x="26" y="40"/>
                  <a:pt x="26" y="40"/>
                </a:cubicBezTo>
                <a:cubicBezTo>
                  <a:pt x="26" y="36"/>
                  <a:pt x="28" y="32"/>
                  <a:pt x="31" y="28"/>
                </a:cubicBezTo>
                <a:cubicBezTo>
                  <a:pt x="32" y="27"/>
                  <a:pt x="33" y="27"/>
                  <a:pt x="34" y="26"/>
                </a:cubicBezTo>
                <a:cubicBezTo>
                  <a:pt x="35" y="24"/>
                  <a:pt x="36" y="21"/>
                  <a:pt x="36" y="18"/>
                </a:cubicBezTo>
                <a:cubicBezTo>
                  <a:pt x="36" y="10"/>
                  <a:pt x="28" y="6"/>
                  <a:pt x="21" y="6"/>
                </a:cubicBezTo>
                <a:close/>
                <a:moveTo>
                  <a:pt x="29" y="20"/>
                </a:moveTo>
                <a:cubicBezTo>
                  <a:pt x="28" y="20"/>
                  <a:pt x="27" y="19"/>
                  <a:pt x="27" y="18"/>
                </a:cubicBezTo>
                <a:cubicBezTo>
                  <a:pt x="27" y="16"/>
                  <a:pt x="23" y="15"/>
                  <a:pt x="21" y="15"/>
                </a:cubicBezTo>
                <a:cubicBezTo>
                  <a:pt x="20" y="15"/>
                  <a:pt x="20" y="14"/>
                  <a:pt x="20" y="13"/>
                </a:cubicBezTo>
                <a:cubicBezTo>
                  <a:pt x="20" y="13"/>
                  <a:pt x="20" y="12"/>
                  <a:pt x="21" y="12"/>
                </a:cubicBezTo>
                <a:cubicBezTo>
                  <a:pt x="25" y="12"/>
                  <a:pt x="30" y="14"/>
                  <a:pt x="30" y="18"/>
                </a:cubicBezTo>
                <a:cubicBezTo>
                  <a:pt x="30" y="19"/>
                  <a:pt x="29" y="20"/>
                  <a:pt x="29" y="2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749489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ru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56"/>
          <p:cNvSpPr>
            <a:spLocks noEditPoints="1"/>
          </p:cNvSpPr>
          <p:nvPr userDrawn="1"/>
        </p:nvSpPr>
        <p:spPr bwMode="auto">
          <a:xfrm>
            <a:off x="5470526" y="1498601"/>
            <a:ext cx="1250951" cy="1250951"/>
          </a:xfrm>
          <a:custGeom>
            <a:avLst/>
            <a:gdLst/>
            <a:ahLst/>
            <a:cxnLst>
              <a:cxn ang="0">
                <a:pos x="64" y="42"/>
              </a:cxn>
              <a:cxn ang="0">
                <a:pos x="63" y="44"/>
              </a:cxn>
              <a:cxn ang="0">
                <a:pos x="33" y="64"/>
              </a:cxn>
              <a:cxn ang="0">
                <a:pos x="32" y="64"/>
              </a:cxn>
              <a:cxn ang="0">
                <a:pos x="30" y="64"/>
              </a:cxn>
              <a:cxn ang="0">
                <a:pos x="1" y="44"/>
              </a:cxn>
              <a:cxn ang="0">
                <a:pos x="0" y="42"/>
              </a:cxn>
              <a:cxn ang="0">
                <a:pos x="0" y="23"/>
              </a:cxn>
              <a:cxn ang="0">
                <a:pos x="1" y="20"/>
              </a:cxn>
              <a:cxn ang="0">
                <a:pos x="30" y="1"/>
              </a:cxn>
              <a:cxn ang="0">
                <a:pos x="32" y="0"/>
              </a:cxn>
              <a:cxn ang="0">
                <a:pos x="33" y="1"/>
              </a:cxn>
              <a:cxn ang="0">
                <a:pos x="63" y="20"/>
              </a:cxn>
              <a:cxn ang="0">
                <a:pos x="64" y="23"/>
              </a:cxn>
              <a:cxn ang="0">
                <a:pos x="64" y="42"/>
              </a:cxn>
              <a:cxn ang="0">
                <a:pos x="12" y="32"/>
              </a:cxn>
              <a:cxn ang="0">
                <a:pos x="5" y="28"/>
              </a:cxn>
              <a:cxn ang="0">
                <a:pos x="5" y="37"/>
              </a:cxn>
              <a:cxn ang="0">
                <a:pos x="12" y="32"/>
              </a:cxn>
              <a:cxn ang="0">
                <a:pos x="29" y="21"/>
              </a:cxn>
              <a:cxn ang="0">
                <a:pos x="29" y="8"/>
              </a:cxn>
              <a:cxn ang="0">
                <a:pos x="7" y="23"/>
              </a:cxn>
              <a:cxn ang="0">
                <a:pos x="17" y="29"/>
              </a:cxn>
              <a:cxn ang="0">
                <a:pos x="29" y="21"/>
              </a:cxn>
              <a:cxn ang="0">
                <a:pos x="29" y="56"/>
              </a:cxn>
              <a:cxn ang="0">
                <a:pos x="29" y="44"/>
              </a:cxn>
              <a:cxn ang="0">
                <a:pos x="17" y="36"/>
              </a:cxn>
              <a:cxn ang="0">
                <a:pos x="7" y="42"/>
              </a:cxn>
              <a:cxn ang="0">
                <a:pos x="29" y="56"/>
              </a:cxn>
              <a:cxn ang="0">
                <a:pos x="41" y="32"/>
              </a:cxn>
              <a:cxn ang="0">
                <a:pos x="32" y="26"/>
              </a:cxn>
              <a:cxn ang="0">
                <a:pos x="22" y="32"/>
              </a:cxn>
              <a:cxn ang="0">
                <a:pos x="32" y="39"/>
              </a:cxn>
              <a:cxn ang="0">
                <a:pos x="41" y="32"/>
              </a:cxn>
              <a:cxn ang="0">
                <a:pos x="56" y="23"/>
              </a:cxn>
              <a:cxn ang="0">
                <a:pos x="35" y="8"/>
              </a:cxn>
              <a:cxn ang="0">
                <a:pos x="35" y="21"/>
              </a:cxn>
              <a:cxn ang="0">
                <a:pos x="46" y="29"/>
              </a:cxn>
              <a:cxn ang="0">
                <a:pos x="56" y="23"/>
              </a:cxn>
              <a:cxn ang="0">
                <a:pos x="56" y="42"/>
              </a:cxn>
              <a:cxn ang="0">
                <a:pos x="46" y="36"/>
              </a:cxn>
              <a:cxn ang="0">
                <a:pos x="35" y="44"/>
              </a:cxn>
              <a:cxn ang="0">
                <a:pos x="35" y="56"/>
              </a:cxn>
              <a:cxn ang="0">
                <a:pos x="56" y="42"/>
              </a:cxn>
              <a:cxn ang="0">
                <a:pos x="58" y="37"/>
              </a:cxn>
              <a:cxn ang="0">
                <a:pos x="58" y="28"/>
              </a:cxn>
              <a:cxn ang="0">
                <a:pos x="51" y="32"/>
              </a:cxn>
              <a:cxn ang="0">
                <a:pos x="58" y="37"/>
              </a:cxn>
            </a:cxnLst>
            <a:rect l="0" t="0" r="r" b="b"/>
            <a:pathLst>
              <a:path w="64" h="64">
                <a:moveTo>
                  <a:pt x="64" y="42"/>
                </a:moveTo>
                <a:cubicBezTo>
                  <a:pt x="64" y="43"/>
                  <a:pt x="63" y="44"/>
                  <a:pt x="63" y="44"/>
                </a:cubicBezTo>
                <a:cubicBezTo>
                  <a:pt x="33" y="64"/>
                  <a:pt x="33" y="64"/>
                  <a:pt x="33" y="64"/>
                </a:cubicBezTo>
                <a:cubicBezTo>
                  <a:pt x="33" y="64"/>
                  <a:pt x="32" y="64"/>
                  <a:pt x="32" y="64"/>
                </a:cubicBezTo>
                <a:cubicBezTo>
                  <a:pt x="31" y="64"/>
                  <a:pt x="31" y="64"/>
                  <a:pt x="30" y="6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3"/>
                  <a:pt x="0" y="42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2"/>
                  <a:pt x="0" y="21"/>
                  <a:pt x="1" y="20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1"/>
                  <a:pt x="31" y="0"/>
                  <a:pt x="32" y="0"/>
                </a:cubicBezTo>
                <a:cubicBezTo>
                  <a:pt x="32" y="0"/>
                  <a:pt x="33" y="1"/>
                  <a:pt x="33" y="1"/>
                </a:cubicBezTo>
                <a:cubicBezTo>
                  <a:pt x="63" y="20"/>
                  <a:pt x="63" y="20"/>
                  <a:pt x="63" y="20"/>
                </a:cubicBezTo>
                <a:cubicBezTo>
                  <a:pt x="63" y="21"/>
                  <a:pt x="64" y="22"/>
                  <a:pt x="64" y="23"/>
                </a:cubicBezTo>
                <a:lnTo>
                  <a:pt x="64" y="42"/>
                </a:lnTo>
                <a:close/>
                <a:moveTo>
                  <a:pt x="12" y="32"/>
                </a:moveTo>
                <a:cubicBezTo>
                  <a:pt x="5" y="28"/>
                  <a:pt x="5" y="28"/>
                  <a:pt x="5" y="28"/>
                </a:cubicBezTo>
                <a:cubicBezTo>
                  <a:pt x="5" y="37"/>
                  <a:pt x="5" y="37"/>
                  <a:pt x="5" y="37"/>
                </a:cubicBezTo>
                <a:lnTo>
                  <a:pt x="12" y="32"/>
                </a:lnTo>
                <a:close/>
                <a:moveTo>
                  <a:pt x="29" y="21"/>
                </a:moveTo>
                <a:cubicBezTo>
                  <a:pt x="29" y="8"/>
                  <a:pt x="29" y="8"/>
                  <a:pt x="29" y="8"/>
                </a:cubicBezTo>
                <a:cubicBezTo>
                  <a:pt x="7" y="23"/>
                  <a:pt x="7" y="23"/>
                  <a:pt x="7" y="23"/>
                </a:cubicBezTo>
                <a:cubicBezTo>
                  <a:pt x="17" y="29"/>
                  <a:pt x="17" y="29"/>
                  <a:pt x="17" y="29"/>
                </a:cubicBezTo>
                <a:lnTo>
                  <a:pt x="29" y="21"/>
                </a:lnTo>
                <a:close/>
                <a:moveTo>
                  <a:pt x="29" y="56"/>
                </a:moveTo>
                <a:cubicBezTo>
                  <a:pt x="29" y="44"/>
                  <a:pt x="29" y="44"/>
                  <a:pt x="29" y="44"/>
                </a:cubicBezTo>
                <a:cubicBezTo>
                  <a:pt x="17" y="36"/>
                  <a:pt x="17" y="36"/>
                  <a:pt x="17" y="36"/>
                </a:cubicBezTo>
                <a:cubicBezTo>
                  <a:pt x="7" y="42"/>
                  <a:pt x="7" y="42"/>
                  <a:pt x="7" y="42"/>
                </a:cubicBezTo>
                <a:lnTo>
                  <a:pt x="29" y="56"/>
                </a:lnTo>
                <a:close/>
                <a:moveTo>
                  <a:pt x="41" y="32"/>
                </a:moveTo>
                <a:cubicBezTo>
                  <a:pt x="32" y="26"/>
                  <a:pt x="32" y="26"/>
                  <a:pt x="32" y="26"/>
                </a:cubicBezTo>
                <a:cubicBezTo>
                  <a:pt x="22" y="32"/>
                  <a:pt x="22" y="32"/>
                  <a:pt x="22" y="32"/>
                </a:cubicBezTo>
                <a:cubicBezTo>
                  <a:pt x="32" y="39"/>
                  <a:pt x="32" y="39"/>
                  <a:pt x="32" y="39"/>
                </a:cubicBezTo>
                <a:lnTo>
                  <a:pt x="41" y="32"/>
                </a:lnTo>
                <a:close/>
                <a:moveTo>
                  <a:pt x="56" y="23"/>
                </a:moveTo>
                <a:cubicBezTo>
                  <a:pt x="35" y="8"/>
                  <a:pt x="35" y="8"/>
                  <a:pt x="35" y="8"/>
                </a:cubicBezTo>
                <a:cubicBezTo>
                  <a:pt x="35" y="21"/>
                  <a:pt x="35" y="21"/>
                  <a:pt x="35" y="21"/>
                </a:cubicBezTo>
                <a:cubicBezTo>
                  <a:pt x="46" y="29"/>
                  <a:pt x="46" y="29"/>
                  <a:pt x="46" y="29"/>
                </a:cubicBezTo>
                <a:lnTo>
                  <a:pt x="56" y="23"/>
                </a:lnTo>
                <a:close/>
                <a:moveTo>
                  <a:pt x="56" y="42"/>
                </a:moveTo>
                <a:cubicBezTo>
                  <a:pt x="46" y="36"/>
                  <a:pt x="46" y="36"/>
                  <a:pt x="46" y="36"/>
                </a:cubicBezTo>
                <a:cubicBezTo>
                  <a:pt x="35" y="44"/>
                  <a:pt x="35" y="44"/>
                  <a:pt x="35" y="44"/>
                </a:cubicBezTo>
                <a:cubicBezTo>
                  <a:pt x="35" y="56"/>
                  <a:pt x="35" y="56"/>
                  <a:pt x="35" y="56"/>
                </a:cubicBezTo>
                <a:lnTo>
                  <a:pt x="56" y="42"/>
                </a:lnTo>
                <a:close/>
                <a:moveTo>
                  <a:pt x="58" y="37"/>
                </a:moveTo>
                <a:cubicBezTo>
                  <a:pt x="58" y="28"/>
                  <a:pt x="58" y="28"/>
                  <a:pt x="58" y="28"/>
                </a:cubicBezTo>
                <a:cubicBezTo>
                  <a:pt x="51" y="32"/>
                  <a:pt x="51" y="32"/>
                  <a:pt x="51" y="32"/>
                </a:cubicBezTo>
                <a:lnTo>
                  <a:pt x="58" y="3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79043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Puzz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77"/>
          <p:cNvSpPr>
            <a:spLocks/>
          </p:cNvSpPr>
          <p:nvPr userDrawn="1"/>
        </p:nvSpPr>
        <p:spPr bwMode="auto">
          <a:xfrm rot="20133226">
            <a:off x="5329055" y="1240368"/>
            <a:ext cx="1533892" cy="1532467"/>
          </a:xfrm>
          <a:custGeom>
            <a:avLst/>
            <a:gdLst/>
            <a:ahLst/>
            <a:cxnLst>
              <a:cxn ang="0">
                <a:pos x="183" y="216"/>
              </a:cxn>
              <a:cxn ang="0">
                <a:pos x="256" y="180"/>
              </a:cxn>
              <a:cxn ang="0">
                <a:pos x="217" y="88"/>
              </a:cxn>
              <a:cxn ang="0">
                <a:pos x="385" y="88"/>
              </a:cxn>
              <a:cxn ang="0">
                <a:pos x="347" y="180"/>
              </a:cxn>
              <a:cxn ang="0">
                <a:pos x="420" y="216"/>
              </a:cxn>
              <a:cxn ang="0">
                <a:pos x="603" y="216"/>
              </a:cxn>
              <a:cxn ang="0">
                <a:pos x="603" y="399"/>
              </a:cxn>
              <a:cxn ang="0">
                <a:pos x="638" y="472"/>
              </a:cxn>
              <a:cxn ang="0">
                <a:pos x="731" y="433"/>
              </a:cxn>
              <a:cxn ang="0">
                <a:pos x="731" y="601"/>
              </a:cxn>
              <a:cxn ang="0">
                <a:pos x="638" y="563"/>
              </a:cxn>
              <a:cxn ang="0">
                <a:pos x="603" y="636"/>
              </a:cxn>
              <a:cxn ang="0">
                <a:pos x="603" y="819"/>
              </a:cxn>
              <a:cxn ang="0">
                <a:pos x="420" y="819"/>
              </a:cxn>
              <a:cxn ang="0">
                <a:pos x="347" y="784"/>
              </a:cxn>
              <a:cxn ang="0">
                <a:pos x="385" y="691"/>
              </a:cxn>
              <a:cxn ang="0">
                <a:pos x="217" y="691"/>
              </a:cxn>
              <a:cxn ang="0">
                <a:pos x="256" y="784"/>
              </a:cxn>
              <a:cxn ang="0">
                <a:pos x="183" y="819"/>
              </a:cxn>
              <a:cxn ang="0">
                <a:pos x="0" y="819"/>
              </a:cxn>
              <a:cxn ang="0">
                <a:pos x="0" y="636"/>
              </a:cxn>
              <a:cxn ang="0">
                <a:pos x="35" y="563"/>
              </a:cxn>
              <a:cxn ang="0">
                <a:pos x="128" y="601"/>
              </a:cxn>
              <a:cxn ang="0">
                <a:pos x="128" y="433"/>
              </a:cxn>
              <a:cxn ang="0">
                <a:pos x="35" y="472"/>
              </a:cxn>
              <a:cxn ang="0">
                <a:pos x="0" y="399"/>
              </a:cxn>
              <a:cxn ang="0">
                <a:pos x="0" y="216"/>
              </a:cxn>
              <a:cxn ang="0">
                <a:pos x="183" y="216"/>
              </a:cxn>
            </a:cxnLst>
            <a:rect l="0" t="0" r="r" b="b"/>
            <a:pathLst>
              <a:path w="819" h="819">
                <a:moveTo>
                  <a:pt x="183" y="216"/>
                </a:moveTo>
                <a:cubicBezTo>
                  <a:pt x="249" y="216"/>
                  <a:pt x="264" y="200"/>
                  <a:pt x="256" y="180"/>
                </a:cubicBezTo>
                <a:cubicBezTo>
                  <a:pt x="239" y="144"/>
                  <a:pt x="209" y="139"/>
                  <a:pt x="217" y="88"/>
                </a:cubicBezTo>
                <a:cubicBezTo>
                  <a:pt x="231" y="0"/>
                  <a:pt x="372" y="0"/>
                  <a:pt x="385" y="88"/>
                </a:cubicBezTo>
                <a:cubicBezTo>
                  <a:pt x="393" y="139"/>
                  <a:pt x="364" y="144"/>
                  <a:pt x="347" y="180"/>
                </a:cubicBezTo>
                <a:cubicBezTo>
                  <a:pt x="338" y="200"/>
                  <a:pt x="354" y="216"/>
                  <a:pt x="420" y="216"/>
                </a:cubicBezTo>
                <a:cubicBezTo>
                  <a:pt x="603" y="216"/>
                  <a:pt x="603" y="216"/>
                  <a:pt x="603" y="216"/>
                </a:cubicBezTo>
                <a:cubicBezTo>
                  <a:pt x="603" y="399"/>
                  <a:pt x="603" y="399"/>
                  <a:pt x="603" y="399"/>
                </a:cubicBezTo>
                <a:cubicBezTo>
                  <a:pt x="603" y="465"/>
                  <a:pt x="619" y="480"/>
                  <a:pt x="638" y="472"/>
                </a:cubicBezTo>
                <a:cubicBezTo>
                  <a:pt x="675" y="455"/>
                  <a:pt x="680" y="425"/>
                  <a:pt x="731" y="433"/>
                </a:cubicBezTo>
                <a:cubicBezTo>
                  <a:pt x="819" y="447"/>
                  <a:pt x="819" y="588"/>
                  <a:pt x="731" y="601"/>
                </a:cubicBezTo>
                <a:cubicBezTo>
                  <a:pt x="680" y="609"/>
                  <a:pt x="675" y="580"/>
                  <a:pt x="638" y="563"/>
                </a:cubicBezTo>
                <a:cubicBezTo>
                  <a:pt x="619" y="554"/>
                  <a:pt x="603" y="570"/>
                  <a:pt x="603" y="636"/>
                </a:cubicBezTo>
                <a:cubicBezTo>
                  <a:pt x="603" y="819"/>
                  <a:pt x="603" y="819"/>
                  <a:pt x="603" y="819"/>
                </a:cubicBezTo>
                <a:cubicBezTo>
                  <a:pt x="420" y="819"/>
                  <a:pt x="420" y="819"/>
                  <a:pt x="420" y="819"/>
                </a:cubicBezTo>
                <a:cubicBezTo>
                  <a:pt x="354" y="819"/>
                  <a:pt x="338" y="803"/>
                  <a:pt x="347" y="784"/>
                </a:cubicBezTo>
                <a:cubicBezTo>
                  <a:pt x="364" y="747"/>
                  <a:pt x="393" y="742"/>
                  <a:pt x="385" y="691"/>
                </a:cubicBezTo>
                <a:cubicBezTo>
                  <a:pt x="372" y="603"/>
                  <a:pt x="231" y="603"/>
                  <a:pt x="217" y="691"/>
                </a:cubicBezTo>
                <a:cubicBezTo>
                  <a:pt x="209" y="742"/>
                  <a:pt x="239" y="747"/>
                  <a:pt x="256" y="784"/>
                </a:cubicBezTo>
                <a:cubicBezTo>
                  <a:pt x="264" y="803"/>
                  <a:pt x="249" y="819"/>
                  <a:pt x="183" y="819"/>
                </a:cubicBezTo>
                <a:cubicBezTo>
                  <a:pt x="0" y="819"/>
                  <a:pt x="0" y="819"/>
                  <a:pt x="0" y="819"/>
                </a:cubicBezTo>
                <a:cubicBezTo>
                  <a:pt x="0" y="636"/>
                  <a:pt x="0" y="636"/>
                  <a:pt x="0" y="636"/>
                </a:cubicBezTo>
                <a:cubicBezTo>
                  <a:pt x="0" y="570"/>
                  <a:pt x="16" y="554"/>
                  <a:pt x="35" y="563"/>
                </a:cubicBezTo>
                <a:cubicBezTo>
                  <a:pt x="72" y="580"/>
                  <a:pt x="76" y="609"/>
                  <a:pt x="128" y="601"/>
                </a:cubicBezTo>
                <a:cubicBezTo>
                  <a:pt x="216" y="588"/>
                  <a:pt x="216" y="447"/>
                  <a:pt x="128" y="433"/>
                </a:cubicBezTo>
                <a:cubicBezTo>
                  <a:pt x="76" y="425"/>
                  <a:pt x="72" y="455"/>
                  <a:pt x="35" y="472"/>
                </a:cubicBezTo>
                <a:cubicBezTo>
                  <a:pt x="16" y="480"/>
                  <a:pt x="0" y="465"/>
                  <a:pt x="0" y="399"/>
                </a:cubicBezTo>
                <a:cubicBezTo>
                  <a:pt x="0" y="216"/>
                  <a:pt x="0" y="216"/>
                  <a:pt x="0" y="216"/>
                </a:cubicBezTo>
                <a:lnTo>
                  <a:pt x="183" y="216"/>
                </a:lnTo>
                <a:close/>
              </a:path>
            </a:pathLst>
          </a:custGeom>
          <a:solidFill>
            <a:schemeClr val="bg1"/>
          </a:solidFill>
          <a:ln w="19050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774793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Netwo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66"/>
          <p:cNvSpPr>
            <a:spLocks noEditPoints="1"/>
          </p:cNvSpPr>
          <p:nvPr userDrawn="1"/>
        </p:nvSpPr>
        <p:spPr bwMode="auto">
          <a:xfrm>
            <a:off x="5577490" y="1594470"/>
            <a:ext cx="1037021" cy="1211311"/>
          </a:xfrm>
          <a:custGeom>
            <a:avLst/>
            <a:gdLst/>
            <a:ahLst/>
            <a:cxnLst>
              <a:cxn ang="0">
                <a:pos x="55" y="9"/>
              </a:cxn>
              <a:cxn ang="0">
                <a:pos x="55" y="14"/>
              </a:cxn>
              <a:cxn ang="0">
                <a:pos x="27" y="23"/>
              </a:cxn>
              <a:cxn ang="0">
                <a:pos x="0" y="14"/>
              </a:cxn>
              <a:cxn ang="0">
                <a:pos x="0" y="9"/>
              </a:cxn>
              <a:cxn ang="0">
                <a:pos x="27" y="0"/>
              </a:cxn>
              <a:cxn ang="0">
                <a:pos x="55" y="9"/>
              </a:cxn>
              <a:cxn ang="0">
                <a:pos x="55" y="21"/>
              </a:cxn>
              <a:cxn ang="0">
                <a:pos x="55" y="27"/>
              </a:cxn>
              <a:cxn ang="0">
                <a:pos x="27" y="37"/>
              </a:cxn>
              <a:cxn ang="0">
                <a:pos x="0" y="27"/>
              </a:cxn>
              <a:cxn ang="0">
                <a:pos x="0" y="21"/>
              </a:cxn>
              <a:cxn ang="0">
                <a:pos x="27" y="27"/>
              </a:cxn>
              <a:cxn ang="0">
                <a:pos x="55" y="21"/>
              </a:cxn>
              <a:cxn ang="0">
                <a:pos x="55" y="35"/>
              </a:cxn>
              <a:cxn ang="0">
                <a:pos x="55" y="41"/>
              </a:cxn>
              <a:cxn ang="0">
                <a:pos x="27" y="50"/>
              </a:cxn>
              <a:cxn ang="0">
                <a:pos x="0" y="41"/>
              </a:cxn>
              <a:cxn ang="0">
                <a:pos x="0" y="35"/>
              </a:cxn>
              <a:cxn ang="0">
                <a:pos x="27" y="41"/>
              </a:cxn>
              <a:cxn ang="0">
                <a:pos x="55" y="35"/>
              </a:cxn>
              <a:cxn ang="0">
                <a:pos x="55" y="49"/>
              </a:cxn>
              <a:cxn ang="0">
                <a:pos x="55" y="55"/>
              </a:cxn>
              <a:cxn ang="0">
                <a:pos x="27" y="64"/>
              </a:cxn>
              <a:cxn ang="0">
                <a:pos x="0" y="55"/>
              </a:cxn>
              <a:cxn ang="0">
                <a:pos x="0" y="49"/>
              </a:cxn>
              <a:cxn ang="0">
                <a:pos x="27" y="55"/>
              </a:cxn>
              <a:cxn ang="0">
                <a:pos x="55" y="49"/>
              </a:cxn>
            </a:cxnLst>
            <a:rect l="0" t="0" r="r" b="b"/>
            <a:pathLst>
              <a:path w="55" h="64">
                <a:moveTo>
                  <a:pt x="55" y="9"/>
                </a:moveTo>
                <a:cubicBezTo>
                  <a:pt x="55" y="14"/>
                  <a:pt x="55" y="14"/>
                  <a:pt x="55" y="14"/>
                </a:cubicBezTo>
                <a:cubicBezTo>
                  <a:pt x="55" y="19"/>
                  <a:pt x="42" y="23"/>
                  <a:pt x="27" y="23"/>
                </a:cubicBezTo>
                <a:cubicBezTo>
                  <a:pt x="12" y="23"/>
                  <a:pt x="0" y="19"/>
                  <a:pt x="0" y="14"/>
                </a:cubicBezTo>
                <a:cubicBezTo>
                  <a:pt x="0" y="9"/>
                  <a:pt x="0" y="9"/>
                  <a:pt x="0" y="9"/>
                </a:cubicBezTo>
                <a:cubicBezTo>
                  <a:pt x="0" y="4"/>
                  <a:pt x="12" y="0"/>
                  <a:pt x="27" y="0"/>
                </a:cubicBezTo>
                <a:cubicBezTo>
                  <a:pt x="42" y="0"/>
                  <a:pt x="55" y="4"/>
                  <a:pt x="55" y="9"/>
                </a:cubicBezTo>
                <a:close/>
                <a:moveTo>
                  <a:pt x="55" y="21"/>
                </a:moveTo>
                <a:cubicBezTo>
                  <a:pt x="55" y="27"/>
                  <a:pt x="55" y="27"/>
                  <a:pt x="55" y="27"/>
                </a:cubicBezTo>
                <a:cubicBezTo>
                  <a:pt x="55" y="32"/>
                  <a:pt x="42" y="37"/>
                  <a:pt x="27" y="37"/>
                </a:cubicBezTo>
                <a:cubicBezTo>
                  <a:pt x="12" y="37"/>
                  <a:pt x="0" y="32"/>
                  <a:pt x="0" y="27"/>
                </a:cubicBezTo>
                <a:cubicBezTo>
                  <a:pt x="0" y="21"/>
                  <a:pt x="0" y="21"/>
                  <a:pt x="0" y="21"/>
                </a:cubicBezTo>
                <a:cubicBezTo>
                  <a:pt x="6" y="25"/>
                  <a:pt x="16" y="27"/>
                  <a:pt x="27" y="27"/>
                </a:cubicBezTo>
                <a:cubicBezTo>
                  <a:pt x="38" y="27"/>
                  <a:pt x="49" y="25"/>
                  <a:pt x="55" y="21"/>
                </a:cubicBezTo>
                <a:close/>
                <a:moveTo>
                  <a:pt x="55" y="35"/>
                </a:moveTo>
                <a:cubicBezTo>
                  <a:pt x="55" y="41"/>
                  <a:pt x="55" y="41"/>
                  <a:pt x="55" y="41"/>
                </a:cubicBezTo>
                <a:cubicBezTo>
                  <a:pt x="55" y="46"/>
                  <a:pt x="42" y="50"/>
                  <a:pt x="27" y="50"/>
                </a:cubicBezTo>
                <a:cubicBezTo>
                  <a:pt x="12" y="50"/>
                  <a:pt x="0" y="46"/>
                  <a:pt x="0" y="41"/>
                </a:cubicBezTo>
                <a:cubicBezTo>
                  <a:pt x="0" y="35"/>
                  <a:pt x="0" y="35"/>
                  <a:pt x="0" y="35"/>
                </a:cubicBezTo>
                <a:cubicBezTo>
                  <a:pt x="6" y="39"/>
                  <a:pt x="16" y="41"/>
                  <a:pt x="27" y="41"/>
                </a:cubicBezTo>
                <a:cubicBezTo>
                  <a:pt x="38" y="41"/>
                  <a:pt x="49" y="39"/>
                  <a:pt x="55" y="35"/>
                </a:cubicBezTo>
                <a:close/>
                <a:moveTo>
                  <a:pt x="55" y="49"/>
                </a:moveTo>
                <a:cubicBezTo>
                  <a:pt x="55" y="55"/>
                  <a:pt x="55" y="55"/>
                  <a:pt x="55" y="55"/>
                </a:cubicBezTo>
                <a:cubicBezTo>
                  <a:pt x="55" y="60"/>
                  <a:pt x="42" y="64"/>
                  <a:pt x="27" y="64"/>
                </a:cubicBezTo>
                <a:cubicBezTo>
                  <a:pt x="12" y="64"/>
                  <a:pt x="0" y="60"/>
                  <a:pt x="0" y="55"/>
                </a:cubicBezTo>
                <a:cubicBezTo>
                  <a:pt x="0" y="49"/>
                  <a:pt x="0" y="49"/>
                  <a:pt x="0" y="49"/>
                </a:cubicBezTo>
                <a:cubicBezTo>
                  <a:pt x="6" y="53"/>
                  <a:pt x="16" y="55"/>
                  <a:pt x="27" y="55"/>
                </a:cubicBezTo>
                <a:cubicBezTo>
                  <a:pt x="38" y="55"/>
                  <a:pt x="49" y="53"/>
                  <a:pt x="55" y="4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906747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1"/>
          <p:cNvSpPr>
            <a:spLocks noEditPoints="1"/>
          </p:cNvSpPr>
          <p:nvPr userDrawn="1"/>
        </p:nvSpPr>
        <p:spPr bwMode="auto">
          <a:xfrm>
            <a:off x="5339411" y="1667934"/>
            <a:ext cx="1513180" cy="1002709"/>
          </a:xfrm>
          <a:custGeom>
            <a:avLst/>
            <a:gdLst/>
            <a:ahLst/>
            <a:cxnLst>
              <a:cxn ang="0">
                <a:pos x="77" y="43"/>
              </a:cxn>
              <a:cxn ang="0">
                <a:pos x="77" y="47"/>
              </a:cxn>
              <a:cxn ang="0">
                <a:pos x="70" y="51"/>
              </a:cxn>
              <a:cxn ang="0">
                <a:pos x="6" y="51"/>
              </a:cxn>
              <a:cxn ang="0">
                <a:pos x="0" y="47"/>
              </a:cxn>
              <a:cxn ang="0">
                <a:pos x="0" y="43"/>
              </a:cxn>
              <a:cxn ang="0">
                <a:pos x="6" y="43"/>
              </a:cxn>
              <a:cxn ang="0">
                <a:pos x="70" y="43"/>
              </a:cxn>
              <a:cxn ang="0">
                <a:pos x="77" y="43"/>
              </a:cxn>
              <a:cxn ang="0">
                <a:pos x="10" y="34"/>
              </a:cxn>
              <a:cxn ang="0">
                <a:pos x="10" y="6"/>
              </a:cxn>
              <a:cxn ang="0">
                <a:pos x="16" y="0"/>
              </a:cxn>
              <a:cxn ang="0">
                <a:pos x="60" y="0"/>
              </a:cxn>
              <a:cxn ang="0">
                <a:pos x="67" y="6"/>
              </a:cxn>
              <a:cxn ang="0">
                <a:pos x="67" y="34"/>
              </a:cxn>
              <a:cxn ang="0">
                <a:pos x="60" y="41"/>
              </a:cxn>
              <a:cxn ang="0">
                <a:pos x="16" y="41"/>
              </a:cxn>
              <a:cxn ang="0">
                <a:pos x="10" y="34"/>
              </a:cxn>
              <a:cxn ang="0">
                <a:pos x="15" y="34"/>
              </a:cxn>
              <a:cxn ang="0">
                <a:pos x="16" y="36"/>
              </a:cxn>
              <a:cxn ang="0">
                <a:pos x="60" y="36"/>
              </a:cxn>
              <a:cxn ang="0">
                <a:pos x="61" y="34"/>
              </a:cxn>
              <a:cxn ang="0">
                <a:pos x="61" y="6"/>
              </a:cxn>
              <a:cxn ang="0">
                <a:pos x="60" y="5"/>
              </a:cxn>
              <a:cxn ang="0">
                <a:pos x="16" y="5"/>
              </a:cxn>
              <a:cxn ang="0">
                <a:pos x="15" y="6"/>
              </a:cxn>
              <a:cxn ang="0">
                <a:pos x="15" y="34"/>
              </a:cxn>
              <a:cxn ang="0">
                <a:pos x="42" y="47"/>
              </a:cxn>
              <a:cxn ang="0">
                <a:pos x="42" y="46"/>
              </a:cxn>
              <a:cxn ang="0">
                <a:pos x="35" y="46"/>
              </a:cxn>
              <a:cxn ang="0">
                <a:pos x="34" y="47"/>
              </a:cxn>
              <a:cxn ang="0">
                <a:pos x="35" y="47"/>
              </a:cxn>
              <a:cxn ang="0">
                <a:pos x="42" y="47"/>
              </a:cxn>
              <a:cxn ang="0">
                <a:pos x="42" y="47"/>
              </a:cxn>
            </a:cxnLst>
            <a:rect l="0" t="0" r="r" b="b"/>
            <a:pathLst>
              <a:path w="77" h="51">
                <a:moveTo>
                  <a:pt x="77" y="43"/>
                </a:moveTo>
                <a:cubicBezTo>
                  <a:pt x="77" y="47"/>
                  <a:pt x="77" y="47"/>
                  <a:pt x="77" y="47"/>
                </a:cubicBezTo>
                <a:cubicBezTo>
                  <a:pt x="77" y="49"/>
                  <a:pt x="74" y="51"/>
                  <a:pt x="70" y="51"/>
                </a:cubicBezTo>
                <a:cubicBezTo>
                  <a:pt x="6" y="51"/>
                  <a:pt x="6" y="51"/>
                  <a:pt x="6" y="51"/>
                </a:cubicBezTo>
                <a:cubicBezTo>
                  <a:pt x="3" y="51"/>
                  <a:pt x="0" y="49"/>
                  <a:pt x="0" y="47"/>
                </a:cubicBezTo>
                <a:cubicBezTo>
                  <a:pt x="0" y="43"/>
                  <a:pt x="0" y="43"/>
                  <a:pt x="0" y="43"/>
                </a:cubicBezTo>
                <a:cubicBezTo>
                  <a:pt x="6" y="43"/>
                  <a:pt x="6" y="43"/>
                  <a:pt x="6" y="43"/>
                </a:cubicBezTo>
                <a:cubicBezTo>
                  <a:pt x="70" y="43"/>
                  <a:pt x="70" y="43"/>
                  <a:pt x="70" y="43"/>
                </a:cubicBezTo>
                <a:lnTo>
                  <a:pt x="77" y="43"/>
                </a:lnTo>
                <a:close/>
                <a:moveTo>
                  <a:pt x="10" y="34"/>
                </a:moveTo>
                <a:cubicBezTo>
                  <a:pt x="10" y="6"/>
                  <a:pt x="10" y="6"/>
                  <a:pt x="10" y="6"/>
                </a:cubicBezTo>
                <a:cubicBezTo>
                  <a:pt x="10" y="2"/>
                  <a:pt x="13" y="0"/>
                  <a:pt x="16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4" y="0"/>
                  <a:pt x="67" y="2"/>
                  <a:pt x="67" y="6"/>
                </a:cubicBezTo>
                <a:cubicBezTo>
                  <a:pt x="67" y="34"/>
                  <a:pt x="67" y="34"/>
                  <a:pt x="67" y="34"/>
                </a:cubicBezTo>
                <a:cubicBezTo>
                  <a:pt x="67" y="38"/>
                  <a:pt x="64" y="41"/>
                  <a:pt x="60" y="41"/>
                </a:cubicBezTo>
                <a:cubicBezTo>
                  <a:pt x="16" y="41"/>
                  <a:pt x="16" y="41"/>
                  <a:pt x="16" y="41"/>
                </a:cubicBezTo>
                <a:cubicBezTo>
                  <a:pt x="13" y="41"/>
                  <a:pt x="10" y="38"/>
                  <a:pt x="10" y="34"/>
                </a:cubicBezTo>
                <a:close/>
                <a:moveTo>
                  <a:pt x="15" y="34"/>
                </a:moveTo>
                <a:cubicBezTo>
                  <a:pt x="15" y="35"/>
                  <a:pt x="16" y="36"/>
                  <a:pt x="16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1" y="36"/>
                  <a:pt x="61" y="35"/>
                  <a:pt x="61" y="34"/>
                </a:cubicBezTo>
                <a:cubicBezTo>
                  <a:pt x="61" y="6"/>
                  <a:pt x="61" y="6"/>
                  <a:pt x="61" y="6"/>
                </a:cubicBezTo>
                <a:cubicBezTo>
                  <a:pt x="61" y="5"/>
                  <a:pt x="61" y="5"/>
                  <a:pt x="60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5"/>
                  <a:pt x="15" y="6"/>
                </a:cubicBezTo>
                <a:lnTo>
                  <a:pt x="15" y="34"/>
                </a:lnTo>
                <a:close/>
                <a:moveTo>
                  <a:pt x="42" y="47"/>
                </a:moveTo>
                <a:cubicBezTo>
                  <a:pt x="42" y="46"/>
                  <a:pt x="42" y="46"/>
                  <a:pt x="42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35" y="46"/>
                  <a:pt x="34" y="46"/>
                  <a:pt x="34" y="47"/>
                </a:cubicBezTo>
                <a:cubicBezTo>
                  <a:pt x="34" y="47"/>
                  <a:pt x="35" y="47"/>
                  <a:pt x="35" y="47"/>
                </a:cubicBezTo>
                <a:cubicBezTo>
                  <a:pt x="42" y="47"/>
                  <a:pt x="42" y="47"/>
                  <a:pt x="42" y="47"/>
                </a:cubicBezTo>
                <a:cubicBezTo>
                  <a:pt x="42" y="47"/>
                  <a:pt x="42" y="47"/>
                  <a:pt x="42" y="4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795771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Da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7"/>
          <p:cNvSpPr>
            <a:spLocks noEditPoints="1"/>
          </p:cNvSpPr>
          <p:nvPr userDrawn="1"/>
        </p:nvSpPr>
        <p:spPr bwMode="auto">
          <a:xfrm rot="16200000">
            <a:off x="5457169" y="1600199"/>
            <a:ext cx="1277665" cy="992716"/>
          </a:xfrm>
          <a:custGeom>
            <a:avLst/>
            <a:gdLst/>
            <a:ahLst/>
            <a:cxnLst>
              <a:cxn ang="0">
                <a:pos x="45" y="7"/>
              </a:cxn>
              <a:cxn ang="0">
                <a:pos x="43" y="9"/>
              </a:cxn>
              <a:cxn ang="0">
                <a:pos x="2" y="9"/>
              </a:cxn>
              <a:cxn ang="0">
                <a:pos x="0" y="7"/>
              </a:cxn>
              <a:cxn ang="0">
                <a:pos x="0" y="2"/>
              </a:cxn>
              <a:cxn ang="0">
                <a:pos x="2" y="0"/>
              </a:cxn>
              <a:cxn ang="0">
                <a:pos x="43" y="0"/>
              </a:cxn>
              <a:cxn ang="0">
                <a:pos x="45" y="2"/>
              </a:cxn>
              <a:cxn ang="0">
                <a:pos x="45" y="7"/>
              </a:cxn>
              <a:cxn ang="0">
                <a:pos x="59" y="20"/>
              </a:cxn>
              <a:cxn ang="0">
                <a:pos x="57" y="23"/>
              </a:cxn>
              <a:cxn ang="0">
                <a:pos x="2" y="23"/>
              </a:cxn>
              <a:cxn ang="0">
                <a:pos x="0" y="20"/>
              </a:cxn>
              <a:cxn ang="0">
                <a:pos x="0" y="16"/>
              </a:cxn>
              <a:cxn ang="0">
                <a:pos x="2" y="13"/>
              </a:cxn>
              <a:cxn ang="0">
                <a:pos x="57" y="13"/>
              </a:cxn>
              <a:cxn ang="0">
                <a:pos x="59" y="16"/>
              </a:cxn>
              <a:cxn ang="0">
                <a:pos x="59" y="20"/>
              </a:cxn>
              <a:cxn ang="0">
                <a:pos x="50" y="34"/>
              </a:cxn>
              <a:cxn ang="0">
                <a:pos x="48" y="36"/>
              </a:cxn>
              <a:cxn ang="0">
                <a:pos x="2" y="36"/>
              </a:cxn>
              <a:cxn ang="0">
                <a:pos x="0" y="34"/>
              </a:cxn>
              <a:cxn ang="0">
                <a:pos x="0" y="29"/>
              </a:cxn>
              <a:cxn ang="0">
                <a:pos x="2" y="27"/>
              </a:cxn>
              <a:cxn ang="0">
                <a:pos x="48" y="27"/>
              </a:cxn>
              <a:cxn ang="0">
                <a:pos x="50" y="29"/>
              </a:cxn>
              <a:cxn ang="0">
                <a:pos x="50" y="34"/>
              </a:cxn>
              <a:cxn ang="0">
                <a:pos x="64" y="48"/>
              </a:cxn>
              <a:cxn ang="0">
                <a:pos x="61" y="50"/>
              </a:cxn>
              <a:cxn ang="0">
                <a:pos x="2" y="50"/>
              </a:cxn>
              <a:cxn ang="0">
                <a:pos x="0" y="48"/>
              </a:cxn>
              <a:cxn ang="0">
                <a:pos x="0" y="43"/>
              </a:cxn>
              <a:cxn ang="0">
                <a:pos x="2" y="41"/>
              </a:cxn>
              <a:cxn ang="0">
                <a:pos x="61" y="41"/>
              </a:cxn>
              <a:cxn ang="0">
                <a:pos x="64" y="43"/>
              </a:cxn>
              <a:cxn ang="0">
                <a:pos x="64" y="48"/>
              </a:cxn>
            </a:cxnLst>
            <a:rect l="0" t="0" r="r" b="b"/>
            <a:pathLst>
              <a:path w="64" h="50">
                <a:moveTo>
                  <a:pt x="45" y="7"/>
                </a:moveTo>
                <a:cubicBezTo>
                  <a:pt x="45" y="8"/>
                  <a:pt x="44" y="9"/>
                  <a:pt x="43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9"/>
                  <a:pt x="0" y="8"/>
                  <a:pt x="0" y="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5" y="1"/>
                  <a:pt x="45" y="2"/>
                </a:cubicBezTo>
                <a:lnTo>
                  <a:pt x="45" y="7"/>
                </a:lnTo>
                <a:close/>
                <a:moveTo>
                  <a:pt x="59" y="20"/>
                </a:moveTo>
                <a:cubicBezTo>
                  <a:pt x="59" y="22"/>
                  <a:pt x="58" y="23"/>
                  <a:pt x="57" y="23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3"/>
                  <a:pt x="0" y="22"/>
                  <a:pt x="0" y="20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4"/>
                  <a:pt x="1" y="13"/>
                  <a:pt x="2" y="13"/>
                </a:cubicBezTo>
                <a:cubicBezTo>
                  <a:pt x="57" y="13"/>
                  <a:pt x="57" y="13"/>
                  <a:pt x="57" y="13"/>
                </a:cubicBezTo>
                <a:cubicBezTo>
                  <a:pt x="58" y="13"/>
                  <a:pt x="59" y="14"/>
                  <a:pt x="59" y="16"/>
                </a:cubicBezTo>
                <a:lnTo>
                  <a:pt x="59" y="20"/>
                </a:lnTo>
                <a:close/>
                <a:moveTo>
                  <a:pt x="50" y="34"/>
                </a:moveTo>
                <a:cubicBezTo>
                  <a:pt x="50" y="35"/>
                  <a:pt x="49" y="36"/>
                  <a:pt x="48" y="36"/>
                </a:cubicBezTo>
                <a:cubicBezTo>
                  <a:pt x="2" y="36"/>
                  <a:pt x="2" y="36"/>
                  <a:pt x="2" y="36"/>
                </a:cubicBezTo>
                <a:cubicBezTo>
                  <a:pt x="1" y="36"/>
                  <a:pt x="0" y="35"/>
                  <a:pt x="0" y="34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8"/>
                  <a:pt x="1" y="27"/>
                  <a:pt x="2" y="27"/>
                </a:cubicBezTo>
                <a:cubicBezTo>
                  <a:pt x="48" y="27"/>
                  <a:pt x="48" y="27"/>
                  <a:pt x="48" y="27"/>
                </a:cubicBezTo>
                <a:cubicBezTo>
                  <a:pt x="49" y="27"/>
                  <a:pt x="50" y="28"/>
                  <a:pt x="50" y="29"/>
                </a:cubicBezTo>
                <a:lnTo>
                  <a:pt x="50" y="34"/>
                </a:lnTo>
                <a:close/>
                <a:moveTo>
                  <a:pt x="64" y="48"/>
                </a:moveTo>
                <a:cubicBezTo>
                  <a:pt x="64" y="49"/>
                  <a:pt x="63" y="50"/>
                  <a:pt x="61" y="50"/>
                </a:cubicBezTo>
                <a:cubicBezTo>
                  <a:pt x="2" y="50"/>
                  <a:pt x="2" y="50"/>
                  <a:pt x="2" y="50"/>
                </a:cubicBezTo>
                <a:cubicBezTo>
                  <a:pt x="1" y="50"/>
                  <a:pt x="0" y="49"/>
                  <a:pt x="0" y="48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2"/>
                  <a:pt x="1" y="41"/>
                  <a:pt x="2" y="41"/>
                </a:cubicBezTo>
                <a:cubicBezTo>
                  <a:pt x="61" y="41"/>
                  <a:pt x="61" y="41"/>
                  <a:pt x="61" y="41"/>
                </a:cubicBezTo>
                <a:cubicBezTo>
                  <a:pt x="63" y="41"/>
                  <a:pt x="64" y="42"/>
                  <a:pt x="64" y="43"/>
                </a:cubicBezTo>
                <a:lnTo>
                  <a:pt x="64" y="4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783920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83"/>
          <p:cNvSpPr>
            <a:spLocks noEditPoints="1"/>
          </p:cNvSpPr>
          <p:nvPr userDrawn="1"/>
        </p:nvSpPr>
        <p:spPr bwMode="auto">
          <a:xfrm>
            <a:off x="5569331" y="1498600"/>
            <a:ext cx="1053339" cy="1580008"/>
          </a:xfrm>
          <a:custGeom>
            <a:avLst/>
            <a:gdLst/>
            <a:ahLst/>
            <a:cxnLst>
              <a:cxn ang="0">
                <a:pos x="38" y="26"/>
              </a:cxn>
              <a:cxn ang="0">
                <a:pos x="24" y="55"/>
              </a:cxn>
              <a:cxn ang="0">
                <a:pos x="20" y="58"/>
              </a:cxn>
              <a:cxn ang="0">
                <a:pos x="16" y="55"/>
              </a:cxn>
              <a:cxn ang="0">
                <a:pos x="2" y="26"/>
              </a:cxn>
              <a:cxn ang="0">
                <a:pos x="0" y="19"/>
              </a:cxn>
              <a:cxn ang="0">
                <a:pos x="20" y="0"/>
              </a:cxn>
              <a:cxn ang="0">
                <a:pos x="39" y="19"/>
              </a:cxn>
              <a:cxn ang="0">
                <a:pos x="38" y="26"/>
              </a:cxn>
              <a:cxn ang="0">
                <a:pos x="20" y="9"/>
              </a:cxn>
              <a:cxn ang="0">
                <a:pos x="10" y="19"/>
              </a:cxn>
              <a:cxn ang="0">
                <a:pos x="20" y="29"/>
              </a:cxn>
              <a:cxn ang="0">
                <a:pos x="30" y="19"/>
              </a:cxn>
              <a:cxn ang="0">
                <a:pos x="20" y="9"/>
              </a:cxn>
            </a:cxnLst>
            <a:rect l="0" t="0" r="r" b="b"/>
            <a:pathLst>
              <a:path w="39" h="58">
                <a:moveTo>
                  <a:pt x="38" y="26"/>
                </a:moveTo>
                <a:cubicBezTo>
                  <a:pt x="24" y="55"/>
                  <a:pt x="24" y="55"/>
                  <a:pt x="24" y="55"/>
                </a:cubicBezTo>
                <a:cubicBezTo>
                  <a:pt x="23" y="57"/>
                  <a:pt x="22" y="58"/>
                  <a:pt x="20" y="58"/>
                </a:cubicBezTo>
                <a:cubicBezTo>
                  <a:pt x="18" y="58"/>
                  <a:pt x="16" y="57"/>
                  <a:pt x="16" y="55"/>
                </a:cubicBezTo>
                <a:cubicBezTo>
                  <a:pt x="2" y="26"/>
                  <a:pt x="2" y="26"/>
                  <a:pt x="2" y="26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8"/>
                  <a:pt x="9" y="0"/>
                  <a:pt x="20" y="0"/>
                </a:cubicBezTo>
                <a:cubicBezTo>
                  <a:pt x="31" y="0"/>
                  <a:pt x="39" y="8"/>
                  <a:pt x="39" y="19"/>
                </a:cubicBezTo>
                <a:cubicBezTo>
                  <a:pt x="39" y="21"/>
                  <a:pt x="39" y="24"/>
                  <a:pt x="38" y="26"/>
                </a:cubicBezTo>
                <a:close/>
                <a:moveTo>
                  <a:pt x="20" y="9"/>
                </a:moveTo>
                <a:cubicBezTo>
                  <a:pt x="15" y="9"/>
                  <a:pt x="10" y="14"/>
                  <a:pt x="10" y="19"/>
                </a:cubicBezTo>
                <a:cubicBezTo>
                  <a:pt x="10" y="24"/>
                  <a:pt x="15" y="29"/>
                  <a:pt x="20" y="29"/>
                </a:cubicBezTo>
                <a:cubicBezTo>
                  <a:pt x="25" y="29"/>
                  <a:pt x="30" y="24"/>
                  <a:pt x="30" y="19"/>
                </a:cubicBezTo>
                <a:cubicBezTo>
                  <a:pt x="30" y="14"/>
                  <a:pt x="25" y="9"/>
                  <a:pt x="20" y="9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55750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onta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89"/>
          <p:cNvSpPr>
            <a:spLocks noEditPoints="1"/>
          </p:cNvSpPr>
          <p:nvPr userDrawn="1"/>
        </p:nvSpPr>
        <p:spPr bwMode="auto">
          <a:xfrm>
            <a:off x="5360224" y="1246248"/>
            <a:ext cx="1471555" cy="1471552"/>
          </a:xfrm>
          <a:custGeom>
            <a:avLst/>
            <a:gdLst/>
            <a:ahLst/>
            <a:cxnLst>
              <a:cxn ang="0">
                <a:pos x="68" y="3"/>
              </a:cxn>
              <a:cxn ang="0">
                <a:pos x="58" y="61"/>
              </a:cxn>
              <a:cxn ang="0">
                <a:pos x="57" y="63"/>
              </a:cxn>
              <a:cxn ang="0">
                <a:pos x="56" y="63"/>
              </a:cxn>
              <a:cxn ang="0">
                <a:pos x="55" y="63"/>
              </a:cxn>
              <a:cxn ang="0">
                <a:pos x="35" y="55"/>
              </a:cxn>
              <a:cxn ang="0">
                <a:pos x="23" y="67"/>
              </a:cxn>
              <a:cxn ang="0">
                <a:pos x="22" y="68"/>
              </a:cxn>
              <a:cxn ang="0">
                <a:pos x="21" y="68"/>
              </a:cxn>
              <a:cxn ang="0">
                <a:pos x="19" y="65"/>
              </a:cxn>
              <a:cxn ang="0">
                <a:pos x="19" y="48"/>
              </a:cxn>
              <a:cxn ang="0">
                <a:pos x="1" y="41"/>
              </a:cxn>
              <a:cxn ang="0">
                <a:pos x="0" y="39"/>
              </a:cxn>
              <a:cxn ang="0">
                <a:pos x="1" y="36"/>
              </a:cxn>
              <a:cxn ang="0">
                <a:pos x="64" y="0"/>
              </a:cxn>
              <a:cxn ang="0">
                <a:pos x="67" y="0"/>
              </a:cxn>
              <a:cxn ang="0">
                <a:pos x="68" y="3"/>
              </a:cxn>
              <a:cxn ang="0">
                <a:pos x="62" y="7"/>
              </a:cxn>
              <a:cxn ang="0">
                <a:pos x="8" y="38"/>
              </a:cxn>
              <a:cxn ang="0">
                <a:pos x="20" y="43"/>
              </a:cxn>
              <a:cxn ang="0">
                <a:pos x="53" y="19"/>
              </a:cxn>
              <a:cxn ang="0">
                <a:pos x="35" y="49"/>
              </a:cxn>
              <a:cxn ang="0">
                <a:pos x="54" y="57"/>
              </a:cxn>
              <a:cxn ang="0">
                <a:pos x="62" y="7"/>
              </a:cxn>
            </a:cxnLst>
            <a:rect l="0" t="0" r="r" b="b"/>
            <a:pathLst>
              <a:path w="68" h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5" y="55"/>
                  <a:pt x="35" y="55"/>
                  <a:pt x="35" y="55"/>
                </a:cubicBezTo>
                <a:cubicBezTo>
                  <a:pt x="23" y="67"/>
                  <a:pt x="23" y="67"/>
                  <a:pt x="23" y="67"/>
                </a:cubicBezTo>
                <a:cubicBezTo>
                  <a:pt x="23" y="67"/>
                  <a:pt x="22" y="68"/>
                  <a:pt x="22" y="68"/>
                </a:cubicBezTo>
                <a:cubicBezTo>
                  <a:pt x="21" y="68"/>
                  <a:pt x="21" y="68"/>
                  <a:pt x="21" y="68"/>
                </a:cubicBezTo>
                <a:cubicBezTo>
                  <a:pt x="20" y="67"/>
                  <a:pt x="19" y="66"/>
                  <a:pt x="19" y="65"/>
                </a:cubicBezTo>
                <a:cubicBezTo>
                  <a:pt x="19" y="48"/>
                  <a:pt x="19" y="48"/>
                  <a:pt x="19" y="48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  <a:moveTo>
                  <a:pt x="62" y="7"/>
                </a:moveTo>
                <a:cubicBezTo>
                  <a:pt x="8" y="38"/>
                  <a:pt x="8" y="38"/>
                  <a:pt x="8" y="38"/>
                </a:cubicBezTo>
                <a:cubicBezTo>
                  <a:pt x="20" y="43"/>
                  <a:pt x="20" y="43"/>
                  <a:pt x="20" y="43"/>
                </a:cubicBezTo>
                <a:cubicBezTo>
                  <a:pt x="53" y="19"/>
                  <a:pt x="53" y="19"/>
                  <a:pt x="53" y="19"/>
                </a:cubicBezTo>
                <a:cubicBezTo>
                  <a:pt x="35" y="49"/>
                  <a:pt x="35" y="49"/>
                  <a:pt x="35" y="49"/>
                </a:cubicBezTo>
                <a:cubicBezTo>
                  <a:pt x="54" y="57"/>
                  <a:pt x="54" y="57"/>
                  <a:pt x="54" y="57"/>
                </a:cubicBezTo>
                <a:lnTo>
                  <a:pt x="62" y="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5828015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18827"/>
            <a:ext cx="5364480" cy="4511040"/>
          </a:xfrm>
        </p:spPr>
        <p:txBody>
          <a:bodyPr/>
          <a:lstStyle>
            <a:lvl1pPr>
              <a:defRPr sz="2400">
                <a:latin typeface="Bogle" charset="0"/>
                <a:ea typeface="Bogle" charset="0"/>
                <a:cs typeface="Bogle" charset="0"/>
              </a:defRPr>
            </a:lvl1pPr>
            <a:lvl2pPr>
              <a:defRPr sz="2400">
                <a:latin typeface="Bogle" charset="0"/>
                <a:ea typeface="Bogle" charset="0"/>
                <a:cs typeface="Bogle" charset="0"/>
              </a:defRPr>
            </a:lvl2pPr>
            <a:lvl3pPr>
              <a:defRPr sz="2133">
                <a:latin typeface="Bogle" charset="0"/>
                <a:ea typeface="Bogle" charset="0"/>
                <a:cs typeface="Bogle" charset="0"/>
              </a:defRPr>
            </a:lvl3pPr>
            <a:lvl4pPr>
              <a:defRPr sz="1867">
                <a:latin typeface="Bogle" charset="0"/>
                <a:ea typeface="Bogle" charset="0"/>
                <a:cs typeface="Bogle" charset="0"/>
              </a:defRPr>
            </a:lvl4pPr>
            <a:lvl5pPr>
              <a:defRPr sz="1867">
                <a:latin typeface="Bogle" charset="0"/>
                <a:ea typeface="Bogle" charset="0"/>
                <a:cs typeface="Bogle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18827"/>
            <a:ext cx="5364480" cy="4511040"/>
          </a:xfrm>
        </p:spPr>
        <p:txBody>
          <a:bodyPr/>
          <a:lstStyle>
            <a:lvl1pPr>
              <a:defRPr sz="2400">
                <a:latin typeface="Bogle" charset="0"/>
                <a:ea typeface="Bogle" charset="0"/>
                <a:cs typeface="Bogle" charset="0"/>
              </a:defRPr>
            </a:lvl1pPr>
            <a:lvl2pPr>
              <a:defRPr sz="2400">
                <a:latin typeface="Bogle" charset="0"/>
                <a:ea typeface="Bogle" charset="0"/>
                <a:cs typeface="Bogle" charset="0"/>
              </a:defRPr>
            </a:lvl2pPr>
            <a:lvl3pPr>
              <a:defRPr sz="2133">
                <a:latin typeface="Bogle" charset="0"/>
                <a:ea typeface="Bogle" charset="0"/>
                <a:cs typeface="Bogle" charset="0"/>
              </a:defRPr>
            </a:lvl3pPr>
            <a:lvl4pPr>
              <a:defRPr sz="1867">
                <a:latin typeface="Bogle" charset="0"/>
                <a:ea typeface="Bogle" charset="0"/>
                <a:cs typeface="Bogle" charset="0"/>
              </a:defRPr>
            </a:lvl4pPr>
            <a:lvl5pPr>
              <a:defRPr sz="1867">
                <a:latin typeface="Bogle" charset="0"/>
                <a:ea typeface="Bogle" charset="0"/>
                <a:cs typeface="Bogle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21453" y="1197864"/>
            <a:ext cx="5364480" cy="402336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09453" y="1197864"/>
            <a:ext cx="5364480" cy="402336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8147177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3026157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2931329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91252"/>
            <a:ext cx="4011084" cy="943848"/>
          </a:xfrm>
        </p:spPr>
        <p:txBody>
          <a:bodyPr anchor="ctr"/>
          <a:lstStyle>
            <a:lvl1pPr algn="l">
              <a:defRPr sz="2667" b="1"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82601"/>
            <a:ext cx="6815667" cy="5643564"/>
          </a:xfrm>
        </p:spPr>
        <p:txBody>
          <a:bodyPr/>
          <a:lstStyle>
            <a:lvl1pPr marL="0" indent="0">
              <a:buNone/>
              <a:defRPr sz="4267">
                <a:latin typeface="Bogle" charset="0"/>
                <a:ea typeface="Bogle" charset="0"/>
                <a:cs typeface="Bogle" charset="0"/>
              </a:defRPr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3410327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64573"/>
            <a:ext cx="7315200" cy="502766"/>
          </a:xfrm>
        </p:spPr>
        <p:txBody>
          <a:bodyPr anchor="b"/>
          <a:lstStyle>
            <a:lvl1pPr algn="l">
              <a:defRPr sz="2667" b="1"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04520"/>
            <a:ext cx="7315200" cy="4145280"/>
          </a:xfrm>
        </p:spPr>
        <p:txBody>
          <a:bodyPr/>
          <a:lstStyle>
            <a:lvl1pPr marL="0" indent="0">
              <a:buNone/>
              <a:defRPr sz="42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4250584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F332-27FC-0041-99C1-697F936F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40404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1B105-836F-4240-99C4-9C94064A6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40404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208938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D7D9-DE4A-EB44-A948-15530EFF9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69794-85F5-7E4B-AE1F-A68491841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43096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49DE6-FE4F-204B-8BC8-933D65853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87612-4E26-2446-928F-6FE282247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917669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6848-AFCE-E64B-81C5-2A272FA0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927D5-6B1B-5C45-A99A-5D170A1CB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9E8F1-8FC0-7043-9717-C6F81B6BA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89083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06A2-451B-8B48-A090-9FF6C8FC5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2339B-2E64-4345-BDC0-BB2C19DD7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81859-680F-504A-A71A-82A6EEDA9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136BA2-5963-FA4E-8C76-71FF77365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B2717A-C715-0440-A8F9-574C38855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224301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D88FA-9303-4143-A431-7A4B4A0AC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9459323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23141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301302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731520" y="1949414"/>
            <a:ext cx="10728960" cy="666786"/>
          </a:xfrm>
          <a:solidFill>
            <a:schemeClr val="accent1">
              <a:alpha val="0"/>
            </a:schemeClr>
          </a:solidFill>
        </p:spPr>
        <p:txBody>
          <a:bodyPr anchor="b"/>
          <a:lstStyle>
            <a:lvl1pPr algn="ctr">
              <a:defRPr sz="3733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731520" y="3657603"/>
            <a:ext cx="10728960" cy="853440"/>
          </a:xfrm>
          <a:solidFill>
            <a:schemeClr val="accent1">
              <a:alpha val="0"/>
            </a:schemeClr>
          </a:solidFill>
        </p:spPr>
        <p:txBody>
          <a:bodyPr/>
          <a:lstStyle>
            <a:lvl1pPr marL="0" indent="0" algn="ctr">
              <a:buFont typeface="Times" pitchFamily="18" charset="0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731520" y="5095240"/>
            <a:ext cx="10728960" cy="365760"/>
          </a:xfrm>
        </p:spPr>
        <p:txBody>
          <a:bodyPr anchor="ctr"/>
          <a:lstStyle>
            <a:lvl1pPr marL="0" indent="0" algn="ctr">
              <a:buNone/>
              <a:defRPr sz="1600" baseline="0"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Click to add date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2595908"/>
            <a:ext cx="7315200" cy="1122843"/>
            <a:chOff x="3352800" y="5063780"/>
            <a:chExt cx="5486400" cy="842132"/>
          </a:xfrm>
        </p:grpSpPr>
        <p:grpSp>
          <p:nvGrpSpPr>
            <p:cNvPr id="15" name="Group 14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17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16" name="Picture 15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2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7980292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52155736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11040"/>
          </a:xfrm>
        </p:spPr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  <a:lvl2pPr>
              <a:defRPr>
                <a:latin typeface="Bogle" charset="0"/>
                <a:ea typeface="Bogle" charset="0"/>
                <a:cs typeface="Bogle" charset="0"/>
              </a:defRPr>
            </a:lvl2pPr>
            <a:lvl3pPr>
              <a:defRPr>
                <a:latin typeface="Bogle" charset="0"/>
                <a:ea typeface="Bogle" charset="0"/>
                <a:cs typeface="Bogle" charset="0"/>
              </a:defRPr>
            </a:lvl3pPr>
            <a:lvl4pPr>
              <a:defRPr>
                <a:latin typeface="Bogle" charset="0"/>
                <a:ea typeface="Bogle" charset="0"/>
                <a:cs typeface="Bogle" charset="0"/>
              </a:defRPr>
            </a:lvl4pPr>
            <a:lvl5pPr>
              <a:defRPr>
                <a:latin typeface="Bogle" charset="0"/>
                <a:ea typeface="Bogle" charset="0"/>
                <a:cs typeface="Bogle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227667"/>
            <a:ext cx="10972800" cy="365760"/>
          </a:xfr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78003544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83200" y="81492"/>
            <a:ext cx="1828800" cy="2997200"/>
          </a:xfrm>
          <a:prstGeom prst="rect">
            <a:avLst/>
          </a:prstGeom>
        </p:spPr>
      </p:pic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34923879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5" name="object 17"/>
          <p:cNvSpPr/>
          <p:nvPr userDrawn="1"/>
        </p:nvSpPr>
        <p:spPr>
          <a:xfrm>
            <a:off x="5494693" y="496209"/>
            <a:ext cx="1422400" cy="2411647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FFC21F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97373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7" name="object 24"/>
          <p:cNvSpPr/>
          <p:nvPr userDrawn="1"/>
        </p:nvSpPr>
        <p:spPr>
          <a:xfrm>
            <a:off x="5486400" y="423029"/>
            <a:ext cx="1484616" cy="2517132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59"/>
                </a:lnTo>
                <a:lnTo>
                  <a:pt x="332191" y="42225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5BC678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71535448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8" name="object 31"/>
          <p:cNvSpPr/>
          <p:nvPr userDrawn="1"/>
        </p:nvSpPr>
        <p:spPr>
          <a:xfrm>
            <a:off x="5486400" y="442015"/>
            <a:ext cx="1484616" cy="2517132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0BAFF3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61307211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object 38"/>
          <p:cNvSpPr/>
          <p:nvPr userDrawn="1"/>
        </p:nvSpPr>
        <p:spPr>
          <a:xfrm>
            <a:off x="5465442" y="403160"/>
            <a:ext cx="1544959" cy="2619441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DA52D4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36679276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Freeform 101"/>
          <p:cNvSpPr>
            <a:spLocks noEditPoints="1"/>
          </p:cNvSpPr>
          <p:nvPr userDrawn="1"/>
        </p:nvSpPr>
        <p:spPr bwMode="auto">
          <a:xfrm>
            <a:off x="5283200" y="1294709"/>
            <a:ext cx="1625600" cy="1503955"/>
          </a:xfrm>
          <a:custGeom>
            <a:avLst/>
            <a:gdLst/>
            <a:ahLst/>
            <a:cxnLst>
              <a:cxn ang="0">
                <a:pos x="39" y="36"/>
              </a:cxn>
              <a:cxn ang="0">
                <a:pos x="41" y="44"/>
              </a:cxn>
              <a:cxn ang="0">
                <a:pos x="35" y="50"/>
              </a:cxn>
              <a:cxn ang="0">
                <a:pos x="27" y="53"/>
              </a:cxn>
              <a:cxn ang="0">
                <a:pos x="18" y="53"/>
              </a:cxn>
              <a:cxn ang="0">
                <a:pos x="11" y="50"/>
              </a:cxn>
              <a:cxn ang="0">
                <a:pos x="4" y="44"/>
              </a:cxn>
              <a:cxn ang="0">
                <a:pos x="6" y="36"/>
              </a:cxn>
              <a:cxn ang="0">
                <a:pos x="0" y="28"/>
              </a:cxn>
              <a:cxn ang="0">
                <a:pos x="7" y="23"/>
              </a:cxn>
              <a:cxn ang="0">
                <a:pos x="4" y="18"/>
              </a:cxn>
              <a:cxn ang="0">
                <a:pos x="15" y="16"/>
              </a:cxn>
              <a:cxn ang="0">
                <a:pos x="19" y="8"/>
              </a:cxn>
              <a:cxn ang="0">
                <a:pos x="28" y="15"/>
              </a:cxn>
              <a:cxn ang="0">
                <a:pos x="35" y="12"/>
              </a:cxn>
              <a:cxn ang="0">
                <a:pos x="41" y="19"/>
              </a:cxn>
              <a:cxn ang="0">
                <a:pos x="45" y="27"/>
              </a:cxn>
              <a:cxn ang="0">
                <a:pos x="23" y="22"/>
              </a:cxn>
              <a:cxn ang="0">
                <a:pos x="32" y="31"/>
              </a:cxn>
              <a:cxn ang="0">
                <a:pos x="63" y="16"/>
              </a:cxn>
              <a:cxn ang="0">
                <a:pos x="64" y="24"/>
              </a:cxn>
              <a:cxn ang="0">
                <a:pos x="55" y="22"/>
              </a:cxn>
              <a:cxn ang="0">
                <a:pos x="46" y="24"/>
              </a:cxn>
              <a:cxn ang="0">
                <a:pos x="46" y="16"/>
              </a:cxn>
              <a:cxn ang="0">
                <a:pos x="46" y="9"/>
              </a:cxn>
              <a:cxn ang="0">
                <a:pos x="46" y="2"/>
              </a:cxn>
              <a:cxn ang="0">
                <a:pos x="55" y="4"/>
              </a:cxn>
              <a:cxn ang="0">
                <a:pos x="59" y="0"/>
              </a:cxn>
              <a:cxn ang="0">
                <a:pos x="62" y="7"/>
              </a:cxn>
              <a:cxn ang="0">
                <a:pos x="68" y="15"/>
              </a:cxn>
              <a:cxn ang="0">
                <a:pos x="62" y="55"/>
              </a:cxn>
              <a:cxn ang="0">
                <a:pos x="59" y="63"/>
              </a:cxn>
              <a:cxn ang="0">
                <a:pos x="54" y="59"/>
              </a:cxn>
              <a:cxn ang="0">
                <a:pos x="45" y="60"/>
              </a:cxn>
              <a:cxn ang="0">
                <a:pos x="41" y="52"/>
              </a:cxn>
              <a:cxn ang="0">
                <a:pos x="47" y="44"/>
              </a:cxn>
              <a:cxn ang="0">
                <a:pos x="50" y="36"/>
              </a:cxn>
              <a:cxn ang="0">
                <a:pos x="56" y="40"/>
              </a:cxn>
              <a:cxn ang="0">
                <a:pos x="64" y="39"/>
              </a:cxn>
              <a:cxn ang="0">
                <a:pos x="63" y="46"/>
              </a:cxn>
              <a:cxn ang="0">
                <a:pos x="55" y="8"/>
              </a:cxn>
              <a:cxn ang="0">
                <a:pos x="59" y="13"/>
              </a:cxn>
              <a:cxn ang="0">
                <a:pos x="50" y="49"/>
              </a:cxn>
              <a:cxn ang="0">
                <a:pos x="55" y="45"/>
              </a:cxn>
            </a:cxnLst>
            <a:rect l="0" t="0" r="r" b="b"/>
            <a:pathLst>
              <a:path w="68" h="63">
                <a:moveTo>
                  <a:pt x="45" y="35"/>
                </a:moveTo>
                <a:cubicBezTo>
                  <a:pt x="45" y="35"/>
                  <a:pt x="45" y="36"/>
                  <a:pt x="45" y="36"/>
                </a:cubicBezTo>
                <a:cubicBezTo>
                  <a:pt x="39" y="36"/>
                  <a:pt x="39" y="36"/>
                  <a:pt x="39" y="36"/>
                </a:cubicBezTo>
                <a:cubicBezTo>
                  <a:pt x="39" y="37"/>
                  <a:pt x="38" y="38"/>
                  <a:pt x="38" y="39"/>
                </a:cubicBezTo>
                <a:cubicBezTo>
                  <a:pt x="39" y="41"/>
                  <a:pt x="40" y="42"/>
                  <a:pt x="41" y="43"/>
                </a:cubicBezTo>
                <a:cubicBezTo>
                  <a:pt x="41" y="43"/>
                  <a:pt x="41" y="44"/>
                  <a:pt x="41" y="44"/>
                </a:cubicBezTo>
                <a:cubicBezTo>
                  <a:pt x="41" y="44"/>
                  <a:pt x="41" y="44"/>
                  <a:pt x="41" y="45"/>
                </a:cubicBezTo>
                <a:cubicBezTo>
                  <a:pt x="40" y="46"/>
                  <a:pt x="36" y="50"/>
                  <a:pt x="35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31" y="47"/>
                  <a:pt x="31" y="47"/>
                  <a:pt x="31" y="47"/>
                </a:cubicBezTo>
                <a:cubicBezTo>
                  <a:pt x="30" y="47"/>
                  <a:pt x="29" y="47"/>
                  <a:pt x="28" y="48"/>
                </a:cubicBezTo>
                <a:cubicBezTo>
                  <a:pt x="28" y="49"/>
                  <a:pt x="27" y="51"/>
                  <a:pt x="27" y="53"/>
                </a:cubicBezTo>
                <a:cubicBezTo>
                  <a:pt x="27" y="54"/>
                  <a:pt x="26" y="54"/>
                  <a:pt x="26" y="54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4"/>
                  <a:pt x="18" y="54"/>
                  <a:pt x="18" y="53"/>
                </a:cubicBezTo>
                <a:cubicBezTo>
                  <a:pt x="17" y="48"/>
                  <a:pt x="17" y="48"/>
                  <a:pt x="17" y="48"/>
                </a:cubicBezTo>
                <a:cubicBezTo>
                  <a:pt x="16" y="47"/>
                  <a:pt x="16" y="47"/>
                  <a:pt x="15" y="47"/>
                </a:cubicBezTo>
                <a:cubicBezTo>
                  <a:pt x="11" y="50"/>
                  <a:pt x="11" y="50"/>
                  <a:pt x="11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10" y="50"/>
                  <a:pt x="9" y="50"/>
                  <a:pt x="9" y="50"/>
                </a:cubicBezTo>
                <a:cubicBezTo>
                  <a:pt x="8" y="49"/>
                  <a:pt x="4" y="45"/>
                  <a:pt x="4" y="44"/>
                </a:cubicBezTo>
                <a:cubicBezTo>
                  <a:pt x="4" y="44"/>
                  <a:pt x="4" y="44"/>
                  <a:pt x="4" y="43"/>
                </a:cubicBezTo>
                <a:cubicBezTo>
                  <a:pt x="5" y="42"/>
                  <a:pt x="6" y="41"/>
                  <a:pt x="7" y="39"/>
                </a:cubicBezTo>
                <a:cubicBezTo>
                  <a:pt x="7" y="38"/>
                  <a:pt x="6" y="37"/>
                  <a:pt x="6" y="36"/>
                </a:cubicBezTo>
                <a:cubicBezTo>
                  <a:pt x="1" y="35"/>
                  <a:pt x="1" y="35"/>
                  <a:pt x="1" y="35"/>
                </a:cubicBezTo>
                <a:cubicBezTo>
                  <a:pt x="0" y="35"/>
                  <a:pt x="0" y="35"/>
                  <a:pt x="0" y="34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7"/>
                  <a:pt x="0" y="27"/>
                  <a:pt x="1" y="27"/>
                </a:cubicBezTo>
                <a:cubicBezTo>
                  <a:pt x="6" y="26"/>
                  <a:pt x="6" y="26"/>
                  <a:pt x="6" y="26"/>
                </a:cubicBezTo>
                <a:cubicBezTo>
                  <a:pt x="6" y="25"/>
                  <a:pt x="7" y="24"/>
                  <a:pt x="7" y="23"/>
                </a:cubicBezTo>
                <a:cubicBezTo>
                  <a:pt x="6" y="22"/>
                  <a:pt x="5" y="20"/>
                  <a:pt x="4" y="19"/>
                </a:cubicBezTo>
                <a:cubicBezTo>
                  <a:pt x="4" y="19"/>
                  <a:pt x="4" y="19"/>
                  <a:pt x="4" y="18"/>
                </a:cubicBezTo>
                <a:cubicBezTo>
                  <a:pt x="4" y="18"/>
                  <a:pt x="4" y="18"/>
                  <a:pt x="4" y="18"/>
                </a:cubicBezTo>
                <a:cubicBezTo>
                  <a:pt x="5" y="17"/>
                  <a:pt x="9" y="12"/>
                  <a:pt x="10" y="12"/>
                </a:cubicBezTo>
                <a:cubicBezTo>
                  <a:pt x="10" y="12"/>
                  <a:pt x="10" y="12"/>
                  <a:pt x="11" y="13"/>
                </a:cubicBezTo>
                <a:cubicBezTo>
                  <a:pt x="15" y="16"/>
                  <a:pt x="15" y="16"/>
                  <a:pt x="15" y="16"/>
                </a:cubicBezTo>
                <a:cubicBezTo>
                  <a:pt x="16" y="15"/>
                  <a:pt x="16" y="15"/>
                  <a:pt x="17" y="15"/>
                </a:cubicBezTo>
                <a:cubicBezTo>
                  <a:pt x="18" y="13"/>
                  <a:pt x="18" y="11"/>
                  <a:pt x="18" y="9"/>
                </a:cubicBezTo>
                <a:cubicBezTo>
                  <a:pt x="18" y="9"/>
                  <a:pt x="19" y="8"/>
                  <a:pt x="19" y="8"/>
                </a:cubicBezTo>
                <a:cubicBezTo>
                  <a:pt x="26" y="8"/>
                  <a:pt x="26" y="8"/>
                  <a:pt x="26" y="8"/>
                </a:cubicBezTo>
                <a:cubicBezTo>
                  <a:pt x="26" y="8"/>
                  <a:pt x="27" y="9"/>
                  <a:pt x="27" y="9"/>
                </a:cubicBezTo>
                <a:cubicBezTo>
                  <a:pt x="28" y="15"/>
                  <a:pt x="28" y="15"/>
                  <a:pt x="28" y="15"/>
                </a:cubicBezTo>
                <a:cubicBezTo>
                  <a:pt x="29" y="15"/>
                  <a:pt x="30" y="15"/>
                  <a:pt x="31" y="16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2"/>
                  <a:pt x="35" y="12"/>
                  <a:pt x="35" y="12"/>
                </a:cubicBezTo>
                <a:cubicBezTo>
                  <a:pt x="36" y="12"/>
                  <a:pt x="36" y="12"/>
                  <a:pt x="36" y="13"/>
                </a:cubicBezTo>
                <a:cubicBezTo>
                  <a:pt x="37" y="13"/>
                  <a:pt x="41" y="17"/>
                  <a:pt x="41" y="18"/>
                </a:cubicBezTo>
                <a:cubicBezTo>
                  <a:pt x="41" y="19"/>
                  <a:pt x="41" y="19"/>
                  <a:pt x="41" y="19"/>
                </a:cubicBezTo>
                <a:cubicBezTo>
                  <a:pt x="40" y="20"/>
                  <a:pt x="39" y="22"/>
                  <a:pt x="38" y="23"/>
                </a:cubicBezTo>
                <a:cubicBezTo>
                  <a:pt x="38" y="24"/>
                  <a:pt x="39" y="25"/>
                  <a:pt x="39" y="26"/>
                </a:cubicBezTo>
                <a:cubicBezTo>
                  <a:pt x="45" y="27"/>
                  <a:pt x="45" y="27"/>
                  <a:pt x="45" y="27"/>
                </a:cubicBezTo>
                <a:cubicBezTo>
                  <a:pt x="45" y="27"/>
                  <a:pt x="45" y="27"/>
                  <a:pt x="45" y="28"/>
                </a:cubicBezTo>
                <a:lnTo>
                  <a:pt x="45" y="35"/>
                </a:lnTo>
                <a:close/>
                <a:moveTo>
                  <a:pt x="23" y="22"/>
                </a:moveTo>
                <a:cubicBezTo>
                  <a:pt x="18" y="22"/>
                  <a:pt x="13" y="26"/>
                  <a:pt x="13" y="31"/>
                </a:cubicBezTo>
                <a:cubicBezTo>
                  <a:pt x="13" y="36"/>
                  <a:pt x="18" y="40"/>
                  <a:pt x="23" y="40"/>
                </a:cubicBezTo>
                <a:cubicBezTo>
                  <a:pt x="28" y="40"/>
                  <a:pt x="32" y="36"/>
                  <a:pt x="32" y="31"/>
                </a:cubicBezTo>
                <a:cubicBezTo>
                  <a:pt x="32" y="26"/>
                  <a:pt x="28" y="22"/>
                  <a:pt x="23" y="22"/>
                </a:cubicBezTo>
                <a:close/>
                <a:moveTo>
                  <a:pt x="68" y="15"/>
                </a:moveTo>
                <a:cubicBezTo>
                  <a:pt x="68" y="16"/>
                  <a:pt x="64" y="16"/>
                  <a:pt x="63" y="16"/>
                </a:cubicBezTo>
                <a:cubicBezTo>
                  <a:pt x="63" y="17"/>
                  <a:pt x="62" y="18"/>
                  <a:pt x="62" y="18"/>
                </a:cubicBezTo>
                <a:cubicBezTo>
                  <a:pt x="62" y="19"/>
                  <a:pt x="64" y="23"/>
                  <a:pt x="64" y="23"/>
                </a:cubicBezTo>
                <a:cubicBezTo>
                  <a:pt x="64" y="23"/>
                  <a:pt x="64" y="23"/>
                  <a:pt x="64" y="24"/>
                </a:cubicBezTo>
                <a:cubicBezTo>
                  <a:pt x="63" y="24"/>
                  <a:pt x="59" y="26"/>
                  <a:pt x="59" y="26"/>
                </a:cubicBezTo>
                <a:cubicBezTo>
                  <a:pt x="59" y="26"/>
                  <a:pt x="56" y="22"/>
                  <a:pt x="56" y="22"/>
                </a:cubicBezTo>
                <a:cubicBezTo>
                  <a:pt x="55" y="22"/>
                  <a:pt x="55" y="22"/>
                  <a:pt x="55" y="22"/>
                </a:cubicBezTo>
                <a:cubicBezTo>
                  <a:pt x="54" y="22"/>
                  <a:pt x="54" y="22"/>
                  <a:pt x="54" y="22"/>
                </a:cubicBezTo>
                <a:cubicBezTo>
                  <a:pt x="53" y="22"/>
                  <a:pt x="50" y="26"/>
                  <a:pt x="50" y="26"/>
                </a:cubicBezTo>
                <a:cubicBezTo>
                  <a:pt x="50" y="26"/>
                  <a:pt x="46" y="24"/>
                  <a:pt x="46" y="24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7" y="19"/>
                  <a:pt x="47" y="18"/>
                </a:cubicBezTo>
                <a:cubicBezTo>
                  <a:pt x="47" y="18"/>
                  <a:pt x="46" y="17"/>
                  <a:pt x="46" y="16"/>
                </a:cubicBezTo>
                <a:cubicBezTo>
                  <a:pt x="45" y="16"/>
                  <a:pt x="41" y="16"/>
                  <a:pt x="41" y="15"/>
                </a:cubicBezTo>
                <a:cubicBezTo>
                  <a:pt x="41" y="10"/>
                  <a:pt x="41" y="10"/>
                  <a:pt x="41" y="10"/>
                </a:cubicBezTo>
                <a:cubicBezTo>
                  <a:pt x="41" y="10"/>
                  <a:pt x="45" y="9"/>
                  <a:pt x="46" y="9"/>
                </a:cubicBezTo>
                <a:cubicBezTo>
                  <a:pt x="46" y="9"/>
                  <a:pt x="47" y="8"/>
                  <a:pt x="47" y="7"/>
                </a:cubicBezTo>
                <a:cubicBezTo>
                  <a:pt x="47" y="7"/>
                  <a:pt x="45" y="3"/>
                  <a:pt x="45" y="2"/>
                </a:cubicBezTo>
                <a:cubicBezTo>
                  <a:pt x="45" y="2"/>
                  <a:pt x="45" y="2"/>
                  <a:pt x="46" y="2"/>
                </a:cubicBezTo>
                <a:cubicBezTo>
                  <a:pt x="46" y="2"/>
                  <a:pt x="50" y="0"/>
                  <a:pt x="50" y="0"/>
                </a:cubicBezTo>
                <a:cubicBezTo>
                  <a:pt x="50" y="0"/>
                  <a:pt x="53" y="3"/>
                  <a:pt x="54" y="4"/>
                </a:cubicBezTo>
                <a:cubicBezTo>
                  <a:pt x="54" y="4"/>
                  <a:pt x="54" y="4"/>
                  <a:pt x="55" y="4"/>
                </a:cubicBezTo>
                <a:cubicBezTo>
                  <a:pt x="55" y="4"/>
                  <a:pt x="55" y="4"/>
                  <a:pt x="56" y="4"/>
                </a:cubicBezTo>
                <a:cubicBezTo>
                  <a:pt x="57" y="2"/>
                  <a:pt x="58" y="1"/>
                  <a:pt x="59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9" y="0"/>
                  <a:pt x="63" y="2"/>
                  <a:pt x="64" y="2"/>
                </a:cubicBezTo>
                <a:cubicBezTo>
                  <a:pt x="64" y="2"/>
                  <a:pt x="64" y="2"/>
                  <a:pt x="64" y="2"/>
                </a:cubicBezTo>
                <a:cubicBezTo>
                  <a:pt x="64" y="3"/>
                  <a:pt x="62" y="7"/>
                  <a:pt x="62" y="7"/>
                </a:cubicBezTo>
                <a:cubicBezTo>
                  <a:pt x="62" y="8"/>
                  <a:pt x="63" y="9"/>
                  <a:pt x="63" y="9"/>
                </a:cubicBezTo>
                <a:cubicBezTo>
                  <a:pt x="64" y="9"/>
                  <a:pt x="68" y="10"/>
                  <a:pt x="68" y="10"/>
                </a:cubicBezTo>
                <a:lnTo>
                  <a:pt x="68" y="15"/>
                </a:lnTo>
                <a:close/>
                <a:moveTo>
                  <a:pt x="68" y="52"/>
                </a:moveTo>
                <a:cubicBezTo>
                  <a:pt x="68" y="52"/>
                  <a:pt x="64" y="53"/>
                  <a:pt x="63" y="53"/>
                </a:cubicBezTo>
                <a:cubicBezTo>
                  <a:pt x="63" y="54"/>
                  <a:pt x="62" y="54"/>
                  <a:pt x="62" y="55"/>
                </a:cubicBezTo>
                <a:cubicBezTo>
                  <a:pt x="62" y="56"/>
                  <a:pt x="64" y="59"/>
                  <a:pt x="64" y="60"/>
                </a:cubicBezTo>
                <a:cubicBezTo>
                  <a:pt x="64" y="60"/>
                  <a:pt x="64" y="60"/>
                  <a:pt x="64" y="60"/>
                </a:cubicBezTo>
                <a:cubicBezTo>
                  <a:pt x="63" y="60"/>
                  <a:pt x="59" y="63"/>
                  <a:pt x="59" y="63"/>
                </a:cubicBezTo>
                <a:cubicBezTo>
                  <a:pt x="59" y="63"/>
                  <a:pt x="56" y="59"/>
                  <a:pt x="56" y="59"/>
                </a:cubicBezTo>
                <a:cubicBezTo>
                  <a:pt x="55" y="59"/>
                  <a:pt x="55" y="59"/>
                  <a:pt x="55" y="59"/>
                </a:cubicBezTo>
                <a:cubicBezTo>
                  <a:pt x="54" y="59"/>
                  <a:pt x="54" y="59"/>
                  <a:pt x="54" y="59"/>
                </a:cubicBezTo>
                <a:cubicBezTo>
                  <a:pt x="53" y="59"/>
                  <a:pt x="50" y="63"/>
                  <a:pt x="50" y="63"/>
                </a:cubicBezTo>
                <a:cubicBezTo>
                  <a:pt x="50" y="63"/>
                  <a:pt x="46" y="60"/>
                  <a:pt x="46" y="60"/>
                </a:cubicBezTo>
                <a:cubicBezTo>
                  <a:pt x="45" y="60"/>
                  <a:pt x="45" y="60"/>
                  <a:pt x="45" y="60"/>
                </a:cubicBezTo>
                <a:cubicBezTo>
                  <a:pt x="45" y="59"/>
                  <a:pt x="47" y="56"/>
                  <a:pt x="47" y="55"/>
                </a:cubicBezTo>
                <a:cubicBezTo>
                  <a:pt x="47" y="54"/>
                  <a:pt x="46" y="54"/>
                  <a:pt x="46" y="53"/>
                </a:cubicBezTo>
                <a:cubicBezTo>
                  <a:pt x="45" y="53"/>
                  <a:pt x="41" y="52"/>
                  <a:pt x="41" y="52"/>
                </a:cubicBezTo>
                <a:cubicBezTo>
                  <a:pt x="41" y="47"/>
                  <a:pt x="41" y="47"/>
                  <a:pt x="41" y="47"/>
                </a:cubicBezTo>
                <a:cubicBezTo>
                  <a:pt x="41" y="46"/>
                  <a:pt x="45" y="46"/>
                  <a:pt x="46" y="46"/>
                </a:cubicBezTo>
                <a:cubicBezTo>
                  <a:pt x="46" y="45"/>
                  <a:pt x="47" y="45"/>
                  <a:pt x="47" y="44"/>
                </a:cubicBezTo>
                <a:cubicBezTo>
                  <a:pt x="47" y="43"/>
                  <a:pt x="45" y="40"/>
                  <a:pt x="45" y="39"/>
                </a:cubicBezTo>
                <a:cubicBezTo>
                  <a:pt x="45" y="39"/>
                  <a:pt x="45" y="39"/>
                  <a:pt x="46" y="39"/>
                </a:cubicBezTo>
                <a:cubicBezTo>
                  <a:pt x="46" y="39"/>
                  <a:pt x="50" y="36"/>
                  <a:pt x="50" y="36"/>
                </a:cubicBezTo>
                <a:cubicBezTo>
                  <a:pt x="50" y="36"/>
                  <a:pt x="53" y="40"/>
                  <a:pt x="54" y="40"/>
                </a:cubicBezTo>
                <a:cubicBezTo>
                  <a:pt x="54" y="40"/>
                  <a:pt x="54" y="40"/>
                  <a:pt x="55" y="40"/>
                </a:cubicBezTo>
                <a:cubicBezTo>
                  <a:pt x="55" y="40"/>
                  <a:pt x="55" y="40"/>
                  <a:pt x="56" y="40"/>
                </a:cubicBezTo>
                <a:cubicBezTo>
                  <a:pt x="57" y="39"/>
                  <a:pt x="58" y="38"/>
                  <a:pt x="59" y="36"/>
                </a:cubicBezTo>
                <a:cubicBezTo>
                  <a:pt x="59" y="36"/>
                  <a:pt x="59" y="36"/>
                  <a:pt x="59" y="36"/>
                </a:cubicBezTo>
                <a:cubicBezTo>
                  <a:pt x="59" y="36"/>
                  <a:pt x="63" y="39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4" y="40"/>
                  <a:pt x="62" y="43"/>
                  <a:pt x="62" y="44"/>
                </a:cubicBezTo>
                <a:cubicBezTo>
                  <a:pt x="62" y="45"/>
                  <a:pt x="63" y="45"/>
                  <a:pt x="63" y="46"/>
                </a:cubicBezTo>
                <a:cubicBezTo>
                  <a:pt x="64" y="46"/>
                  <a:pt x="68" y="46"/>
                  <a:pt x="68" y="47"/>
                </a:cubicBezTo>
                <a:lnTo>
                  <a:pt x="68" y="52"/>
                </a:lnTo>
                <a:close/>
                <a:moveTo>
                  <a:pt x="55" y="8"/>
                </a:moveTo>
                <a:cubicBezTo>
                  <a:pt x="52" y="8"/>
                  <a:pt x="50" y="10"/>
                  <a:pt x="50" y="13"/>
                </a:cubicBezTo>
                <a:cubicBezTo>
                  <a:pt x="50" y="15"/>
                  <a:pt x="52" y="17"/>
                  <a:pt x="55" y="17"/>
                </a:cubicBezTo>
                <a:cubicBezTo>
                  <a:pt x="57" y="17"/>
                  <a:pt x="59" y="15"/>
                  <a:pt x="59" y="13"/>
                </a:cubicBezTo>
                <a:cubicBezTo>
                  <a:pt x="59" y="10"/>
                  <a:pt x="57" y="8"/>
                  <a:pt x="55" y="8"/>
                </a:cubicBezTo>
                <a:close/>
                <a:moveTo>
                  <a:pt x="55" y="45"/>
                </a:moveTo>
                <a:cubicBezTo>
                  <a:pt x="52" y="45"/>
                  <a:pt x="50" y="47"/>
                  <a:pt x="50" y="49"/>
                </a:cubicBezTo>
                <a:cubicBezTo>
                  <a:pt x="50" y="52"/>
                  <a:pt x="52" y="54"/>
                  <a:pt x="55" y="54"/>
                </a:cubicBezTo>
                <a:cubicBezTo>
                  <a:pt x="57" y="54"/>
                  <a:pt x="59" y="52"/>
                  <a:pt x="59" y="49"/>
                </a:cubicBezTo>
                <a:cubicBezTo>
                  <a:pt x="59" y="47"/>
                  <a:pt x="57" y="45"/>
                  <a:pt x="55" y="4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5" name="Group 14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99465697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tri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5"/>
          <p:cNvSpPr>
            <a:spLocks noEditPoints="1"/>
          </p:cNvSpPr>
          <p:nvPr userDrawn="1"/>
        </p:nvSpPr>
        <p:spPr bwMode="auto">
          <a:xfrm>
            <a:off x="5273189" y="1318685"/>
            <a:ext cx="1645625" cy="1297516"/>
          </a:xfrm>
          <a:custGeom>
            <a:avLst/>
            <a:gdLst/>
            <a:ahLst/>
            <a:cxnLst>
              <a:cxn ang="0">
                <a:pos x="17" y="16"/>
              </a:cxn>
              <a:cxn ang="0">
                <a:pos x="0" y="12"/>
              </a:cxn>
              <a:cxn ang="0">
                <a:pos x="4" y="0"/>
              </a:cxn>
              <a:cxn ang="0">
                <a:pos x="21" y="4"/>
              </a:cxn>
              <a:cxn ang="0">
                <a:pos x="21" y="33"/>
              </a:cxn>
              <a:cxn ang="0">
                <a:pos x="4" y="36"/>
              </a:cxn>
              <a:cxn ang="0">
                <a:pos x="0" y="25"/>
              </a:cxn>
              <a:cxn ang="0">
                <a:pos x="17" y="21"/>
              </a:cxn>
              <a:cxn ang="0">
                <a:pos x="21" y="33"/>
              </a:cxn>
              <a:cxn ang="0">
                <a:pos x="17" y="57"/>
              </a:cxn>
              <a:cxn ang="0">
                <a:pos x="0" y="53"/>
              </a:cxn>
              <a:cxn ang="0">
                <a:pos x="4" y="42"/>
              </a:cxn>
              <a:cxn ang="0">
                <a:pos x="21" y="45"/>
              </a:cxn>
              <a:cxn ang="0">
                <a:pos x="47" y="12"/>
              </a:cxn>
              <a:cxn ang="0">
                <a:pos x="30" y="16"/>
              </a:cxn>
              <a:cxn ang="0">
                <a:pos x="26" y="4"/>
              </a:cxn>
              <a:cxn ang="0">
                <a:pos x="43" y="0"/>
              </a:cxn>
              <a:cxn ang="0">
                <a:pos x="47" y="12"/>
              </a:cxn>
              <a:cxn ang="0">
                <a:pos x="43" y="36"/>
              </a:cxn>
              <a:cxn ang="0">
                <a:pos x="26" y="33"/>
              </a:cxn>
              <a:cxn ang="0">
                <a:pos x="30" y="21"/>
              </a:cxn>
              <a:cxn ang="0">
                <a:pos x="47" y="25"/>
              </a:cxn>
              <a:cxn ang="0">
                <a:pos x="47" y="53"/>
              </a:cxn>
              <a:cxn ang="0">
                <a:pos x="30" y="57"/>
              </a:cxn>
              <a:cxn ang="0">
                <a:pos x="26" y="45"/>
              </a:cxn>
              <a:cxn ang="0">
                <a:pos x="43" y="42"/>
              </a:cxn>
              <a:cxn ang="0">
                <a:pos x="47" y="53"/>
              </a:cxn>
              <a:cxn ang="0">
                <a:pos x="69" y="16"/>
              </a:cxn>
              <a:cxn ang="0">
                <a:pos x="52" y="12"/>
              </a:cxn>
              <a:cxn ang="0">
                <a:pos x="56" y="0"/>
              </a:cxn>
              <a:cxn ang="0">
                <a:pos x="72" y="4"/>
              </a:cxn>
              <a:cxn ang="0">
                <a:pos x="72" y="33"/>
              </a:cxn>
              <a:cxn ang="0">
                <a:pos x="56" y="36"/>
              </a:cxn>
              <a:cxn ang="0">
                <a:pos x="52" y="25"/>
              </a:cxn>
              <a:cxn ang="0">
                <a:pos x="69" y="21"/>
              </a:cxn>
              <a:cxn ang="0">
                <a:pos x="72" y="33"/>
              </a:cxn>
              <a:cxn ang="0">
                <a:pos x="69" y="57"/>
              </a:cxn>
              <a:cxn ang="0">
                <a:pos x="52" y="53"/>
              </a:cxn>
              <a:cxn ang="0">
                <a:pos x="56" y="42"/>
              </a:cxn>
              <a:cxn ang="0">
                <a:pos x="72" y="45"/>
              </a:cxn>
            </a:cxnLst>
            <a:rect l="0" t="0" r="r" b="b"/>
            <a:pathLst>
              <a:path w="72" h="57">
                <a:moveTo>
                  <a:pt x="21" y="12"/>
                </a:moveTo>
                <a:cubicBezTo>
                  <a:pt x="21" y="14"/>
                  <a:pt x="19" y="16"/>
                  <a:pt x="17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2" y="16"/>
                  <a:pt x="0" y="14"/>
                  <a:pt x="0" y="12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9" y="0"/>
                  <a:pt x="21" y="2"/>
                  <a:pt x="21" y="4"/>
                </a:cubicBezTo>
                <a:lnTo>
                  <a:pt x="21" y="12"/>
                </a:lnTo>
                <a:close/>
                <a:moveTo>
                  <a:pt x="21" y="33"/>
                </a:moveTo>
                <a:cubicBezTo>
                  <a:pt x="21" y="35"/>
                  <a:pt x="19" y="36"/>
                  <a:pt x="17" y="36"/>
                </a:cubicBezTo>
                <a:cubicBezTo>
                  <a:pt x="4" y="36"/>
                  <a:pt x="4" y="36"/>
                  <a:pt x="4" y="36"/>
                </a:cubicBezTo>
                <a:cubicBezTo>
                  <a:pt x="2" y="36"/>
                  <a:pt x="0" y="35"/>
                  <a:pt x="0" y="3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3"/>
                  <a:pt x="2" y="21"/>
                  <a:pt x="4" y="21"/>
                </a:cubicBezTo>
                <a:cubicBezTo>
                  <a:pt x="17" y="21"/>
                  <a:pt x="17" y="21"/>
                  <a:pt x="17" y="21"/>
                </a:cubicBezTo>
                <a:cubicBezTo>
                  <a:pt x="19" y="21"/>
                  <a:pt x="21" y="23"/>
                  <a:pt x="21" y="25"/>
                </a:cubicBezTo>
                <a:lnTo>
                  <a:pt x="21" y="33"/>
                </a:lnTo>
                <a:close/>
                <a:moveTo>
                  <a:pt x="21" y="53"/>
                </a:moveTo>
                <a:cubicBezTo>
                  <a:pt x="21" y="55"/>
                  <a:pt x="19" y="57"/>
                  <a:pt x="17" y="57"/>
                </a:cubicBezTo>
                <a:cubicBezTo>
                  <a:pt x="4" y="57"/>
                  <a:pt x="4" y="57"/>
                  <a:pt x="4" y="57"/>
                </a:cubicBezTo>
                <a:cubicBezTo>
                  <a:pt x="2" y="57"/>
                  <a:pt x="0" y="55"/>
                  <a:pt x="0" y="53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3"/>
                  <a:pt x="2" y="42"/>
                  <a:pt x="4" y="42"/>
                </a:cubicBezTo>
                <a:cubicBezTo>
                  <a:pt x="17" y="42"/>
                  <a:pt x="17" y="42"/>
                  <a:pt x="17" y="42"/>
                </a:cubicBezTo>
                <a:cubicBezTo>
                  <a:pt x="19" y="42"/>
                  <a:pt x="21" y="43"/>
                  <a:pt x="21" y="45"/>
                </a:cubicBezTo>
                <a:lnTo>
                  <a:pt x="21" y="53"/>
                </a:lnTo>
                <a:close/>
                <a:moveTo>
                  <a:pt x="47" y="12"/>
                </a:moveTo>
                <a:cubicBezTo>
                  <a:pt x="47" y="14"/>
                  <a:pt x="45" y="16"/>
                  <a:pt x="43" y="16"/>
                </a:cubicBezTo>
                <a:cubicBezTo>
                  <a:pt x="30" y="16"/>
                  <a:pt x="30" y="16"/>
                  <a:pt x="30" y="16"/>
                </a:cubicBezTo>
                <a:cubicBezTo>
                  <a:pt x="28" y="16"/>
                  <a:pt x="26" y="14"/>
                  <a:pt x="26" y="12"/>
                </a:cubicBezTo>
                <a:cubicBezTo>
                  <a:pt x="26" y="4"/>
                  <a:pt x="26" y="4"/>
                  <a:pt x="26" y="4"/>
                </a:cubicBezTo>
                <a:cubicBezTo>
                  <a:pt x="26" y="2"/>
                  <a:pt x="28" y="0"/>
                  <a:pt x="30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5" y="0"/>
                  <a:pt x="47" y="2"/>
                  <a:pt x="47" y="4"/>
                </a:cubicBezTo>
                <a:lnTo>
                  <a:pt x="47" y="12"/>
                </a:lnTo>
                <a:close/>
                <a:moveTo>
                  <a:pt x="47" y="33"/>
                </a:moveTo>
                <a:cubicBezTo>
                  <a:pt x="47" y="35"/>
                  <a:pt x="45" y="36"/>
                  <a:pt x="43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28" y="36"/>
                  <a:pt x="26" y="35"/>
                  <a:pt x="26" y="33"/>
                </a:cubicBezTo>
                <a:cubicBezTo>
                  <a:pt x="26" y="25"/>
                  <a:pt x="26" y="25"/>
                  <a:pt x="26" y="25"/>
                </a:cubicBezTo>
                <a:cubicBezTo>
                  <a:pt x="26" y="23"/>
                  <a:pt x="28" y="21"/>
                  <a:pt x="30" y="21"/>
                </a:cubicBezTo>
                <a:cubicBezTo>
                  <a:pt x="43" y="21"/>
                  <a:pt x="43" y="21"/>
                  <a:pt x="43" y="21"/>
                </a:cubicBezTo>
                <a:cubicBezTo>
                  <a:pt x="45" y="21"/>
                  <a:pt x="47" y="23"/>
                  <a:pt x="47" y="25"/>
                </a:cubicBezTo>
                <a:lnTo>
                  <a:pt x="47" y="33"/>
                </a:lnTo>
                <a:close/>
                <a:moveTo>
                  <a:pt x="47" y="53"/>
                </a:moveTo>
                <a:cubicBezTo>
                  <a:pt x="47" y="55"/>
                  <a:pt x="45" y="57"/>
                  <a:pt x="43" y="57"/>
                </a:cubicBezTo>
                <a:cubicBezTo>
                  <a:pt x="30" y="57"/>
                  <a:pt x="30" y="57"/>
                  <a:pt x="30" y="57"/>
                </a:cubicBezTo>
                <a:cubicBezTo>
                  <a:pt x="28" y="57"/>
                  <a:pt x="26" y="55"/>
                  <a:pt x="26" y="53"/>
                </a:cubicBezTo>
                <a:cubicBezTo>
                  <a:pt x="26" y="45"/>
                  <a:pt x="26" y="45"/>
                  <a:pt x="26" y="45"/>
                </a:cubicBezTo>
                <a:cubicBezTo>
                  <a:pt x="26" y="43"/>
                  <a:pt x="28" y="42"/>
                  <a:pt x="30" y="42"/>
                </a:cubicBezTo>
                <a:cubicBezTo>
                  <a:pt x="43" y="42"/>
                  <a:pt x="43" y="42"/>
                  <a:pt x="43" y="42"/>
                </a:cubicBezTo>
                <a:cubicBezTo>
                  <a:pt x="45" y="42"/>
                  <a:pt x="47" y="43"/>
                  <a:pt x="47" y="45"/>
                </a:cubicBezTo>
                <a:lnTo>
                  <a:pt x="47" y="53"/>
                </a:lnTo>
                <a:close/>
                <a:moveTo>
                  <a:pt x="72" y="12"/>
                </a:moveTo>
                <a:cubicBezTo>
                  <a:pt x="72" y="14"/>
                  <a:pt x="71" y="16"/>
                  <a:pt x="69" y="16"/>
                </a:cubicBezTo>
                <a:cubicBezTo>
                  <a:pt x="56" y="16"/>
                  <a:pt x="56" y="16"/>
                  <a:pt x="56" y="16"/>
                </a:cubicBezTo>
                <a:cubicBezTo>
                  <a:pt x="54" y="16"/>
                  <a:pt x="52" y="14"/>
                  <a:pt x="52" y="12"/>
                </a:cubicBezTo>
                <a:cubicBezTo>
                  <a:pt x="52" y="4"/>
                  <a:pt x="52" y="4"/>
                  <a:pt x="52" y="4"/>
                </a:cubicBezTo>
                <a:cubicBezTo>
                  <a:pt x="52" y="2"/>
                  <a:pt x="54" y="0"/>
                  <a:pt x="56" y="0"/>
                </a:cubicBezTo>
                <a:cubicBezTo>
                  <a:pt x="69" y="0"/>
                  <a:pt x="69" y="0"/>
                  <a:pt x="69" y="0"/>
                </a:cubicBezTo>
                <a:cubicBezTo>
                  <a:pt x="71" y="0"/>
                  <a:pt x="72" y="2"/>
                  <a:pt x="72" y="4"/>
                </a:cubicBezTo>
                <a:lnTo>
                  <a:pt x="72" y="12"/>
                </a:lnTo>
                <a:close/>
                <a:moveTo>
                  <a:pt x="72" y="33"/>
                </a:moveTo>
                <a:cubicBezTo>
                  <a:pt x="72" y="35"/>
                  <a:pt x="71" y="36"/>
                  <a:pt x="69" y="36"/>
                </a:cubicBezTo>
                <a:cubicBezTo>
                  <a:pt x="56" y="36"/>
                  <a:pt x="56" y="36"/>
                  <a:pt x="56" y="36"/>
                </a:cubicBezTo>
                <a:cubicBezTo>
                  <a:pt x="54" y="36"/>
                  <a:pt x="52" y="35"/>
                  <a:pt x="52" y="33"/>
                </a:cubicBezTo>
                <a:cubicBezTo>
                  <a:pt x="52" y="25"/>
                  <a:pt x="52" y="25"/>
                  <a:pt x="52" y="25"/>
                </a:cubicBezTo>
                <a:cubicBezTo>
                  <a:pt x="52" y="23"/>
                  <a:pt x="54" y="21"/>
                  <a:pt x="56" y="21"/>
                </a:cubicBezTo>
                <a:cubicBezTo>
                  <a:pt x="69" y="21"/>
                  <a:pt x="69" y="21"/>
                  <a:pt x="69" y="21"/>
                </a:cubicBezTo>
                <a:cubicBezTo>
                  <a:pt x="71" y="21"/>
                  <a:pt x="72" y="23"/>
                  <a:pt x="72" y="25"/>
                </a:cubicBezTo>
                <a:lnTo>
                  <a:pt x="72" y="33"/>
                </a:lnTo>
                <a:close/>
                <a:moveTo>
                  <a:pt x="72" y="53"/>
                </a:moveTo>
                <a:cubicBezTo>
                  <a:pt x="72" y="55"/>
                  <a:pt x="71" y="57"/>
                  <a:pt x="69" y="57"/>
                </a:cubicBezTo>
                <a:cubicBezTo>
                  <a:pt x="56" y="57"/>
                  <a:pt x="56" y="57"/>
                  <a:pt x="56" y="57"/>
                </a:cubicBezTo>
                <a:cubicBezTo>
                  <a:pt x="54" y="57"/>
                  <a:pt x="52" y="55"/>
                  <a:pt x="52" y="53"/>
                </a:cubicBezTo>
                <a:cubicBezTo>
                  <a:pt x="52" y="45"/>
                  <a:pt x="52" y="45"/>
                  <a:pt x="52" y="45"/>
                </a:cubicBezTo>
                <a:cubicBezTo>
                  <a:pt x="52" y="43"/>
                  <a:pt x="54" y="42"/>
                  <a:pt x="56" y="42"/>
                </a:cubicBezTo>
                <a:cubicBezTo>
                  <a:pt x="69" y="42"/>
                  <a:pt x="69" y="42"/>
                  <a:pt x="69" y="42"/>
                </a:cubicBezTo>
                <a:cubicBezTo>
                  <a:pt x="71" y="42"/>
                  <a:pt x="72" y="43"/>
                  <a:pt x="72" y="45"/>
                </a:cubicBezTo>
                <a:lnTo>
                  <a:pt x="72" y="53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574393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Flow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145"/>
          <p:cNvSpPr>
            <a:spLocks/>
          </p:cNvSpPr>
          <p:nvPr userDrawn="1"/>
        </p:nvSpPr>
        <p:spPr bwMode="auto">
          <a:xfrm>
            <a:off x="5292585" y="1230595"/>
            <a:ext cx="1606833" cy="1385605"/>
          </a:xfrm>
          <a:custGeom>
            <a:avLst/>
            <a:gdLst/>
            <a:ahLst/>
            <a:cxnLst>
              <a:cxn ang="0">
                <a:pos x="64" y="51"/>
              </a:cxn>
              <a:cxn ang="0">
                <a:pos x="60" y="55"/>
              </a:cxn>
              <a:cxn ang="0">
                <a:pos x="49" y="55"/>
              </a:cxn>
              <a:cxn ang="0">
                <a:pos x="45" y="51"/>
              </a:cxn>
              <a:cxn ang="0">
                <a:pos x="45" y="40"/>
              </a:cxn>
              <a:cxn ang="0">
                <a:pos x="49" y="36"/>
              </a:cxn>
              <a:cxn ang="0">
                <a:pos x="52" y="36"/>
              </a:cxn>
              <a:cxn ang="0">
                <a:pos x="52" y="30"/>
              </a:cxn>
              <a:cxn ang="0">
                <a:pos x="34" y="30"/>
              </a:cxn>
              <a:cxn ang="0">
                <a:pos x="34" y="36"/>
              </a:cxn>
              <a:cxn ang="0">
                <a:pos x="37" y="36"/>
              </a:cxn>
              <a:cxn ang="0">
                <a:pos x="41" y="40"/>
              </a:cxn>
              <a:cxn ang="0">
                <a:pos x="41" y="51"/>
              </a:cxn>
              <a:cxn ang="0">
                <a:pos x="37" y="55"/>
              </a:cxn>
              <a:cxn ang="0">
                <a:pos x="26" y="55"/>
              </a:cxn>
              <a:cxn ang="0">
                <a:pos x="23" y="51"/>
              </a:cxn>
              <a:cxn ang="0">
                <a:pos x="23" y="40"/>
              </a:cxn>
              <a:cxn ang="0">
                <a:pos x="26" y="36"/>
              </a:cxn>
              <a:cxn ang="0">
                <a:pos x="29" y="36"/>
              </a:cxn>
              <a:cxn ang="0">
                <a:pos x="29" y="30"/>
              </a:cxn>
              <a:cxn ang="0">
                <a:pos x="11" y="30"/>
              </a:cxn>
              <a:cxn ang="0">
                <a:pos x="11" y="36"/>
              </a:cxn>
              <a:cxn ang="0">
                <a:pos x="15" y="36"/>
              </a:cxn>
              <a:cxn ang="0">
                <a:pos x="18" y="40"/>
              </a:cxn>
              <a:cxn ang="0">
                <a:pos x="18" y="51"/>
              </a:cxn>
              <a:cxn ang="0">
                <a:pos x="15" y="55"/>
              </a:cxn>
              <a:cxn ang="0">
                <a:pos x="3" y="55"/>
              </a:cxn>
              <a:cxn ang="0">
                <a:pos x="0" y="51"/>
              </a:cxn>
              <a:cxn ang="0">
                <a:pos x="0" y="40"/>
              </a:cxn>
              <a:cxn ang="0">
                <a:pos x="3" y="36"/>
              </a:cxn>
              <a:cxn ang="0">
                <a:pos x="7" y="36"/>
              </a:cxn>
              <a:cxn ang="0">
                <a:pos x="7" y="30"/>
              </a:cxn>
              <a:cxn ang="0">
                <a:pos x="11" y="25"/>
              </a:cxn>
              <a:cxn ang="0">
                <a:pos x="29" y="25"/>
              </a:cxn>
              <a:cxn ang="0">
                <a:pos x="29" y="18"/>
              </a:cxn>
              <a:cxn ang="0">
                <a:pos x="26" y="18"/>
              </a:cxn>
              <a:cxn ang="0">
                <a:pos x="23" y="15"/>
              </a:cxn>
              <a:cxn ang="0">
                <a:pos x="23" y="3"/>
              </a:cxn>
              <a:cxn ang="0">
                <a:pos x="26" y="0"/>
              </a:cxn>
              <a:cxn ang="0">
                <a:pos x="37" y="0"/>
              </a:cxn>
              <a:cxn ang="0">
                <a:pos x="41" y="3"/>
              </a:cxn>
              <a:cxn ang="0">
                <a:pos x="41" y="15"/>
              </a:cxn>
              <a:cxn ang="0">
                <a:pos x="37" y="18"/>
              </a:cxn>
              <a:cxn ang="0">
                <a:pos x="34" y="18"/>
              </a:cxn>
              <a:cxn ang="0">
                <a:pos x="34" y="25"/>
              </a:cxn>
              <a:cxn ang="0">
                <a:pos x="52" y="25"/>
              </a:cxn>
              <a:cxn ang="0">
                <a:pos x="57" y="30"/>
              </a:cxn>
              <a:cxn ang="0">
                <a:pos x="57" y="36"/>
              </a:cxn>
              <a:cxn ang="0">
                <a:pos x="60" y="36"/>
              </a:cxn>
              <a:cxn ang="0">
                <a:pos x="64" y="40"/>
              </a:cxn>
              <a:cxn ang="0">
                <a:pos x="64" y="51"/>
              </a:cxn>
            </a:cxnLst>
            <a:rect l="0" t="0" r="r" b="b"/>
            <a:pathLst>
              <a:path w="64" h="55">
                <a:moveTo>
                  <a:pt x="64" y="51"/>
                </a:moveTo>
                <a:cubicBezTo>
                  <a:pt x="64" y="53"/>
                  <a:pt x="62" y="55"/>
                  <a:pt x="60" y="55"/>
                </a:cubicBezTo>
                <a:cubicBezTo>
                  <a:pt x="49" y="55"/>
                  <a:pt x="49" y="55"/>
                  <a:pt x="49" y="55"/>
                </a:cubicBezTo>
                <a:cubicBezTo>
                  <a:pt x="47" y="55"/>
                  <a:pt x="45" y="53"/>
                  <a:pt x="45" y="51"/>
                </a:cubicBezTo>
                <a:cubicBezTo>
                  <a:pt x="45" y="40"/>
                  <a:pt x="45" y="40"/>
                  <a:pt x="45" y="40"/>
                </a:cubicBezTo>
                <a:cubicBezTo>
                  <a:pt x="45" y="38"/>
                  <a:pt x="47" y="36"/>
                  <a:pt x="49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0"/>
                  <a:pt x="52" y="30"/>
                  <a:pt x="52" y="30"/>
                </a:cubicBezTo>
                <a:cubicBezTo>
                  <a:pt x="34" y="30"/>
                  <a:pt x="34" y="30"/>
                  <a:pt x="34" y="30"/>
                </a:cubicBezTo>
                <a:cubicBezTo>
                  <a:pt x="34" y="36"/>
                  <a:pt x="34" y="36"/>
                  <a:pt x="34" y="36"/>
                </a:cubicBezTo>
                <a:cubicBezTo>
                  <a:pt x="37" y="36"/>
                  <a:pt x="37" y="36"/>
                  <a:pt x="37" y="36"/>
                </a:cubicBezTo>
                <a:cubicBezTo>
                  <a:pt x="39" y="36"/>
                  <a:pt x="41" y="38"/>
                  <a:pt x="41" y="40"/>
                </a:cubicBezTo>
                <a:cubicBezTo>
                  <a:pt x="41" y="51"/>
                  <a:pt x="41" y="51"/>
                  <a:pt x="41" y="51"/>
                </a:cubicBezTo>
                <a:cubicBezTo>
                  <a:pt x="41" y="53"/>
                  <a:pt x="39" y="55"/>
                  <a:pt x="37" y="55"/>
                </a:cubicBezTo>
                <a:cubicBezTo>
                  <a:pt x="26" y="55"/>
                  <a:pt x="26" y="55"/>
                  <a:pt x="26" y="55"/>
                </a:cubicBezTo>
                <a:cubicBezTo>
                  <a:pt x="24" y="55"/>
                  <a:pt x="23" y="53"/>
                  <a:pt x="23" y="51"/>
                </a:cubicBezTo>
                <a:cubicBezTo>
                  <a:pt x="23" y="40"/>
                  <a:pt x="23" y="40"/>
                  <a:pt x="23" y="40"/>
                </a:cubicBezTo>
                <a:cubicBezTo>
                  <a:pt x="23" y="38"/>
                  <a:pt x="24" y="36"/>
                  <a:pt x="26" y="36"/>
                </a:cubicBezTo>
                <a:cubicBezTo>
                  <a:pt x="29" y="36"/>
                  <a:pt x="29" y="36"/>
                  <a:pt x="29" y="36"/>
                </a:cubicBezTo>
                <a:cubicBezTo>
                  <a:pt x="29" y="30"/>
                  <a:pt x="29" y="30"/>
                  <a:pt x="29" y="30"/>
                </a:cubicBezTo>
                <a:cubicBezTo>
                  <a:pt x="11" y="30"/>
                  <a:pt x="11" y="30"/>
                  <a:pt x="11" y="30"/>
                </a:cubicBezTo>
                <a:cubicBezTo>
                  <a:pt x="11" y="36"/>
                  <a:pt x="11" y="36"/>
                  <a:pt x="11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17" y="36"/>
                  <a:pt x="18" y="38"/>
                  <a:pt x="18" y="40"/>
                </a:cubicBezTo>
                <a:cubicBezTo>
                  <a:pt x="18" y="51"/>
                  <a:pt x="18" y="51"/>
                  <a:pt x="18" y="51"/>
                </a:cubicBezTo>
                <a:cubicBezTo>
                  <a:pt x="18" y="53"/>
                  <a:pt x="17" y="55"/>
                  <a:pt x="15" y="55"/>
                </a:cubicBezTo>
                <a:cubicBezTo>
                  <a:pt x="3" y="55"/>
                  <a:pt x="3" y="55"/>
                  <a:pt x="3" y="55"/>
                </a:cubicBezTo>
                <a:cubicBezTo>
                  <a:pt x="1" y="55"/>
                  <a:pt x="0" y="53"/>
                  <a:pt x="0" y="51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8"/>
                  <a:pt x="1" y="36"/>
                  <a:pt x="3" y="36"/>
                </a:cubicBezTo>
                <a:cubicBezTo>
                  <a:pt x="7" y="36"/>
                  <a:pt x="7" y="36"/>
                  <a:pt x="7" y="36"/>
                </a:cubicBezTo>
                <a:cubicBezTo>
                  <a:pt x="7" y="30"/>
                  <a:pt x="7" y="30"/>
                  <a:pt x="7" y="30"/>
                </a:cubicBezTo>
                <a:cubicBezTo>
                  <a:pt x="7" y="27"/>
                  <a:pt x="9" y="25"/>
                  <a:pt x="11" y="25"/>
                </a:cubicBezTo>
                <a:cubicBezTo>
                  <a:pt x="29" y="25"/>
                  <a:pt x="29" y="25"/>
                  <a:pt x="29" y="25"/>
                </a:cubicBezTo>
                <a:cubicBezTo>
                  <a:pt x="29" y="18"/>
                  <a:pt x="29" y="18"/>
                  <a:pt x="29" y="18"/>
                </a:cubicBezTo>
                <a:cubicBezTo>
                  <a:pt x="26" y="18"/>
                  <a:pt x="26" y="18"/>
                  <a:pt x="26" y="18"/>
                </a:cubicBezTo>
                <a:cubicBezTo>
                  <a:pt x="24" y="18"/>
                  <a:pt x="23" y="17"/>
                  <a:pt x="23" y="15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1"/>
                  <a:pt x="24" y="0"/>
                  <a:pt x="26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1" y="1"/>
                  <a:pt x="41" y="3"/>
                </a:cubicBezTo>
                <a:cubicBezTo>
                  <a:pt x="41" y="15"/>
                  <a:pt x="41" y="15"/>
                  <a:pt x="41" y="15"/>
                </a:cubicBezTo>
                <a:cubicBezTo>
                  <a:pt x="41" y="17"/>
                  <a:pt x="39" y="18"/>
                  <a:pt x="37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25"/>
                  <a:pt x="34" y="25"/>
                  <a:pt x="34" y="25"/>
                </a:cubicBezTo>
                <a:cubicBezTo>
                  <a:pt x="52" y="25"/>
                  <a:pt x="52" y="25"/>
                  <a:pt x="52" y="25"/>
                </a:cubicBezTo>
                <a:cubicBezTo>
                  <a:pt x="55" y="25"/>
                  <a:pt x="57" y="27"/>
                  <a:pt x="57" y="30"/>
                </a:cubicBezTo>
                <a:cubicBezTo>
                  <a:pt x="57" y="36"/>
                  <a:pt x="57" y="36"/>
                  <a:pt x="57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2" y="36"/>
                  <a:pt x="64" y="38"/>
                  <a:pt x="64" y="40"/>
                </a:cubicBezTo>
                <a:lnTo>
                  <a:pt x="64" y="5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637330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Tre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29"/>
          <p:cNvSpPr>
            <a:spLocks/>
          </p:cNvSpPr>
          <p:nvPr userDrawn="1"/>
        </p:nvSpPr>
        <p:spPr bwMode="auto">
          <a:xfrm>
            <a:off x="5583767" y="1363136"/>
            <a:ext cx="1024467" cy="1253064"/>
          </a:xfrm>
          <a:custGeom>
            <a:avLst/>
            <a:gdLst/>
            <a:ahLst/>
            <a:cxnLst>
              <a:cxn ang="0">
                <a:pos x="53" y="58"/>
              </a:cxn>
              <a:cxn ang="0">
                <a:pos x="36" y="58"/>
              </a:cxn>
              <a:cxn ang="0">
                <a:pos x="36" y="65"/>
              </a:cxn>
              <a:cxn ang="0">
                <a:pos x="34" y="68"/>
              </a:cxn>
              <a:cxn ang="0">
                <a:pos x="22" y="68"/>
              </a:cxn>
              <a:cxn ang="0">
                <a:pos x="20" y="65"/>
              </a:cxn>
              <a:cxn ang="0">
                <a:pos x="20" y="58"/>
              </a:cxn>
              <a:cxn ang="0">
                <a:pos x="2" y="58"/>
              </a:cxn>
              <a:cxn ang="0">
                <a:pos x="0" y="56"/>
              </a:cxn>
              <a:cxn ang="0">
                <a:pos x="1" y="54"/>
              </a:cxn>
              <a:cxn ang="0">
                <a:pos x="16" y="39"/>
              </a:cxn>
              <a:cxn ang="0">
                <a:pos x="7" y="39"/>
              </a:cxn>
              <a:cxn ang="0">
                <a:pos x="5" y="36"/>
              </a:cxn>
              <a:cxn ang="0">
                <a:pos x="6" y="34"/>
              </a:cxn>
              <a:cxn ang="0">
                <a:pos x="21" y="19"/>
              </a:cxn>
              <a:cxn ang="0">
                <a:pos x="13" y="19"/>
              </a:cxn>
              <a:cxn ang="0">
                <a:pos x="11" y="17"/>
              </a:cxn>
              <a:cxn ang="0">
                <a:pos x="12" y="15"/>
              </a:cxn>
              <a:cxn ang="0">
                <a:pos x="26" y="0"/>
              </a:cxn>
              <a:cxn ang="0">
                <a:pos x="28" y="0"/>
              </a:cxn>
              <a:cxn ang="0">
                <a:pos x="30" y="0"/>
              </a:cxn>
              <a:cxn ang="0">
                <a:pos x="44" y="15"/>
              </a:cxn>
              <a:cxn ang="0">
                <a:pos x="45" y="17"/>
              </a:cxn>
              <a:cxn ang="0">
                <a:pos x="42" y="19"/>
              </a:cxn>
              <a:cxn ang="0">
                <a:pos x="35" y="19"/>
              </a:cxn>
              <a:cxn ang="0">
                <a:pos x="50" y="34"/>
              </a:cxn>
              <a:cxn ang="0">
                <a:pos x="51" y="36"/>
              </a:cxn>
              <a:cxn ang="0">
                <a:pos x="49" y="39"/>
              </a:cxn>
              <a:cxn ang="0">
                <a:pos x="40" y="39"/>
              </a:cxn>
              <a:cxn ang="0">
                <a:pos x="55" y="54"/>
              </a:cxn>
              <a:cxn ang="0">
                <a:pos x="56" y="56"/>
              </a:cxn>
              <a:cxn ang="0">
                <a:pos x="53" y="58"/>
              </a:cxn>
            </a:cxnLst>
            <a:rect l="0" t="0" r="r" b="b"/>
            <a:pathLst>
              <a:path w="56" h="68">
                <a:moveTo>
                  <a:pt x="53" y="58"/>
                </a:moveTo>
                <a:cubicBezTo>
                  <a:pt x="36" y="58"/>
                  <a:pt x="36" y="58"/>
                  <a:pt x="36" y="58"/>
                </a:cubicBezTo>
                <a:cubicBezTo>
                  <a:pt x="36" y="60"/>
                  <a:pt x="36" y="63"/>
                  <a:pt x="36" y="65"/>
                </a:cubicBezTo>
                <a:cubicBezTo>
                  <a:pt x="36" y="67"/>
                  <a:pt x="35" y="68"/>
                  <a:pt x="34" y="68"/>
                </a:cubicBezTo>
                <a:cubicBezTo>
                  <a:pt x="22" y="68"/>
                  <a:pt x="22" y="68"/>
                  <a:pt x="22" y="68"/>
                </a:cubicBezTo>
                <a:cubicBezTo>
                  <a:pt x="21" y="68"/>
                  <a:pt x="20" y="67"/>
                  <a:pt x="20" y="65"/>
                </a:cubicBezTo>
                <a:cubicBezTo>
                  <a:pt x="20" y="63"/>
                  <a:pt x="20" y="60"/>
                  <a:pt x="20" y="58"/>
                </a:cubicBezTo>
                <a:cubicBezTo>
                  <a:pt x="2" y="58"/>
                  <a:pt x="2" y="58"/>
                  <a:pt x="2" y="58"/>
                </a:cubicBezTo>
                <a:cubicBezTo>
                  <a:pt x="1" y="58"/>
                  <a:pt x="0" y="57"/>
                  <a:pt x="0" y="56"/>
                </a:cubicBezTo>
                <a:cubicBezTo>
                  <a:pt x="0" y="55"/>
                  <a:pt x="0" y="54"/>
                  <a:pt x="1" y="54"/>
                </a:cubicBezTo>
                <a:cubicBezTo>
                  <a:pt x="16" y="39"/>
                  <a:pt x="16" y="39"/>
                  <a:pt x="16" y="39"/>
                </a:cubicBezTo>
                <a:cubicBezTo>
                  <a:pt x="7" y="39"/>
                  <a:pt x="7" y="39"/>
                  <a:pt x="7" y="39"/>
                </a:cubicBezTo>
                <a:cubicBezTo>
                  <a:pt x="6" y="39"/>
                  <a:pt x="5" y="37"/>
                  <a:pt x="5" y="36"/>
                </a:cubicBezTo>
                <a:cubicBezTo>
                  <a:pt x="5" y="35"/>
                  <a:pt x="5" y="35"/>
                  <a:pt x="6" y="34"/>
                </a:cubicBezTo>
                <a:cubicBezTo>
                  <a:pt x="21" y="19"/>
                  <a:pt x="21" y="19"/>
                  <a:pt x="21" y="19"/>
                </a:cubicBezTo>
                <a:cubicBezTo>
                  <a:pt x="13" y="19"/>
                  <a:pt x="13" y="19"/>
                  <a:pt x="13" y="19"/>
                </a:cubicBezTo>
                <a:cubicBezTo>
                  <a:pt x="12" y="19"/>
                  <a:pt x="11" y="18"/>
                  <a:pt x="11" y="17"/>
                </a:cubicBezTo>
                <a:cubicBezTo>
                  <a:pt x="11" y="16"/>
                  <a:pt x="11" y="15"/>
                  <a:pt x="12" y="15"/>
                </a:cubicBezTo>
                <a:cubicBezTo>
                  <a:pt x="26" y="0"/>
                  <a:pt x="26" y="0"/>
                  <a:pt x="26" y="0"/>
                </a:cubicBezTo>
                <a:cubicBezTo>
                  <a:pt x="27" y="0"/>
                  <a:pt x="27" y="0"/>
                  <a:pt x="28" y="0"/>
                </a:cubicBezTo>
                <a:cubicBezTo>
                  <a:pt x="29" y="0"/>
                  <a:pt x="29" y="0"/>
                  <a:pt x="30" y="0"/>
                </a:cubicBezTo>
                <a:cubicBezTo>
                  <a:pt x="44" y="15"/>
                  <a:pt x="44" y="15"/>
                  <a:pt x="44" y="15"/>
                </a:cubicBezTo>
                <a:cubicBezTo>
                  <a:pt x="45" y="15"/>
                  <a:pt x="45" y="16"/>
                  <a:pt x="45" y="17"/>
                </a:cubicBezTo>
                <a:cubicBezTo>
                  <a:pt x="45" y="18"/>
                  <a:pt x="44" y="19"/>
                  <a:pt x="42" y="19"/>
                </a:cubicBezTo>
                <a:cubicBezTo>
                  <a:pt x="35" y="19"/>
                  <a:pt x="35" y="19"/>
                  <a:pt x="35" y="19"/>
                </a:cubicBezTo>
                <a:cubicBezTo>
                  <a:pt x="50" y="34"/>
                  <a:pt x="50" y="34"/>
                  <a:pt x="50" y="34"/>
                </a:cubicBezTo>
                <a:cubicBezTo>
                  <a:pt x="51" y="35"/>
                  <a:pt x="51" y="35"/>
                  <a:pt x="51" y="36"/>
                </a:cubicBezTo>
                <a:cubicBezTo>
                  <a:pt x="51" y="37"/>
                  <a:pt x="50" y="39"/>
                  <a:pt x="49" y="39"/>
                </a:cubicBezTo>
                <a:cubicBezTo>
                  <a:pt x="40" y="39"/>
                  <a:pt x="40" y="39"/>
                  <a:pt x="40" y="39"/>
                </a:cubicBezTo>
                <a:cubicBezTo>
                  <a:pt x="55" y="54"/>
                  <a:pt x="55" y="54"/>
                  <a:pt x="55" y="54"/>
                </a:cubicBezTo>
                <a:cubicBezTo>
                  <a:pt x="56" y="54"/>
                  <a:pt x="56" y="55"/>
                  <a:pt x="56" y="56"/>
                </a:cubicBezTo>
                <a:cubicBezTo>
                  <a:pt x="56" y="57"/>
                  <a:pt x="55" y="58"/>
                  <a:pt x="53" y="5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01986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Time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69"/>
          <p:cNvSpPr>
            <a:spLocks noEditPoints="1"/>
          </p:cNvSpPr>
          <p:nvPr userDrawn="1"/>
        </p:nvSpPr>
        <p:spPr bwMode="auto">
          <a:xfrm>
            <a:off x="5467090" y="1498600"/>
            <a:ext cx="1257823" cy="1267883"/>
          </a:xfrm>
          <a:custGeom>
            <a:avLst/>
            <a:gdLst/>
            <a:ahLst/>
            <a:cxnLst>
              <a:cxn ang="0">
                <a:pos x="29" y="58"/>
              </a:cxn>
              <a:cxn ang="0">
                <a:pos x="6" y="47"/>
              </a:cxn>
              <a:cxn ang="0">
                <a:pos x="7" y="46"/>
              </a:cxn>
              <a:cxn ang="0">
                <a:pos x="12" y="40"/>
              </a:cxn>
              <a:cxn ang="0">
                <a:pos x="13" y="40"/>
              </a:cxn>
              <a:cxn ang="0">
                <a:pos x="14" y="41"/>
              </a:cxn>
              <a:cxn ang="0">
                <a:pos x="29" y="48"/>
              </a:cxn>
              <a:cxn ang="0">
                <a:pos x="48" y="29"/>
              </a:cxn>
              <a:cxn ang="0">
                <a:pos x="29" y="9"/>
              </a:cxn>
              <a:cxn ang="0">
                <a:pos x="16" y="14"/>
              </a:cxn>
              <a:cxn ang="0">
                <a:pos x="21" y="20"/>
              </a:cxn>
              <a:cxn ang="0">
                <a:pos x="21" y="22"/>
              </a:cxn>
              <a:cxn ang="0">
                <a:pos x="19" y="24"/>
              </a:cxn>
              <a:cxn ang="0">
                <a:pos x="2" y="24"/>
              </a:cxn>
              <a:cxn ang="0">
                <a:pos x="0" y="21"/>
              </a:cxn>
              <a:cxn ang="0">
                <a:pos x="0" y="4"/>
              </a:cxn>
              <a:cxn ang="0">
                <a:pos x="1" y="2"/>
              </a:cxn>
              <a:cxn ang="0">
                <a:pos x="4" y="3"/>
              </a:cxn>
              <a:cxn ang="0">
                <a:pos x="9" y="8"/>
              </a:cxn>
              <a:cxn ang="0">
                <a:pos x="29" y="0"/>
              </a:cxn>
              <a:cxn ang="0">
                <a:pos x="58" y="29"/>
              </a:cxn>
              <a:cxn ang="0">
                <a:pos x="29" y="58"/>
              </a:cxn>
              <a:cxn ang="0">
                <a:pos x="34" y="35"/>
              </a:cxn>
              <a:cxn ang="0">
                <a:pos x="33" y="36"/>
              </a:cxn>
              <a:cxn ang="0">
                <a:pos x="20" y="36"/>
              </a:cxn>
              <a:cxn ang="0">
                <a:pos x="19" y="35"/>
              </a:cxn>
              <a:cxn ang="0">
                <a:pos x="19" y="32"/>
              </a:cxn>
              <a:cxn ang="0">
                <a:pos x="20" y="31"/>
              </a:cxn>
              <a:cxn ang="0">
                <a:pos x="29" y="31"/>
              </a:cxn>
              <a:cxn ang="0">
                <a:pos x="29" y="18"/>
              </a:cxn>
              <a:cxn ang="0">
                <a:pos x="30" y="17"/>
              </a:cxn>
              <a:cxn ang="0">
                <a:pos x="33" y="17"/>
              </a:cxn>
              <a:cxn ang="0">
                <a:pos x="34" y="18"/>
              </a:cxn>
              <a:cxn ang="0">
                <a:pos x="34" y="35"/>
              </a:cxn>
            </a:cxnLst>
            <a:rect l="0" t="0" r="r" b="b"/>
            <a:pathLst>
              <a:path w="58" h="58">
                <a:moveTo>
                  <a:pt x="29" y="58"/>
                </a:moveTo>
                <a:cubicBezTo>
                  <a:pt x="20" y="58"/>
                  <a:pt x="12" y="54"/>
                  <a:pt x="6" y="47"/>
                </a:cubicBezTo>
                <a:cubicBezTo>
                  <a:pt x="6" y="47"/>
                  <a:pt x="6" y="46"/>
                  <a:pt x="7" y="46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40"/>
                  <a:pt x="12" y="40"/>
                  <a:pt x="13" y="40"/>
                </a:cubicBezTo>
                <a:cubicBezTo>
                  <a:pt x="13" y="40"/>
                  <a:pt x="13" y="40"/>
                  <a:pt x="14" y="41"/>
                </a:cubicBezTo>
                <a:cubicBezTo>
                  <a:pt x="17" y="45"/>
                  <a:pt x="23" y="48"/>
                  <a:pt x="29" y="48"/>
                </a:cubicBezTo>
                <a:cubicBezTo>
                  <a:pt x="40" y="48"/>
                  <a:pt x="48" y="39"/>
                  <a:pt x="48" y="29"/>
                </a:cubicBezTo>
                <a:cubicBezTo>
                  <a:pt x="48" y="18"/>
                  <a:pt x="40" y="9"/>
                  <a:pt x="29" y="9"/>
                </a:cubicBezTo>
                <a:cubicBezTo>
                  <a:pt x="24" y="9"/>
                  <a:pt x="19" y="11"/>
                  <a:pt x="16" y="14"/>
                </a:cubicBezTo>
                <a:cubicBezTo>
                  <a:pt x="21" y="20"/>
                  <a:pt x="21" y="20"/>
                  <a:pt x="21" y="20"/>
                </a:cubicBezTo>
                <a:cubicBezTo>
                  <a:pt x="22" y="20"/>
                  <a:pt x="22" y="21"/>
                  <a:pt x="21" y="22"/>
                </a:cubicBezTo>
                <a:cubicBezTo>
                  <a:pt x="21" y="23"/>
                  <a:pt x="20" y="24"/>
                  <a:pt x="19" y="24"/>
                </a:cubicBezTo>
                <a:cubicBezTo>
                  <a:pt x="2" y="24"/>
                  <a:pt x="2" y="24"/>
                  <a:pt x="2" y="24"/>
                </a:cubicBezTo>
                <a:cubicBezTo>
                  <a:pt x="1" y="24"/>
                  <a:pt x="0" y="23"/>
                  <a:pt x="0" y="21"/>
                </a:cubicBezTo>
                <a:cubicBezTo>
                  <a:pt x="0" y="4"/>
                  <a:pt x="0" y="4"/>
                  <a:pt x="0" y="4"/>
                </a:cubicBezTo>
                <a:cubicBezTo>
                  <a:pt x="0" y="3"/>
                  <a:pt x="0" y="3"/>
                  <a:pt x="1" y="2"/>
                </a:cubicBezTo>
                <a:cubicBezTo>
                  <a:pt x="2" y="2"/>
                  <a:pt x="3" y="2"/>
                  <a:pt x="4" y="3"/>
                </a:cubicBezTo>
                <a:cubicBezTo>
                  <a:pt x="9" y="8"/>
                  <a:pt x="9" y="8"/>
                  <a:pt x="9" y="8"/>
                </a:cubicBezTo>
                <a:cubicBezTo>
                  <a:pt x="14" y="3"/>
                  <a:pt x="21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34" y="35"/>
                </a:moveTo>
                <a:cubicBezTo>
                  <a:pt x="34" y="35"/>
                  <a:pt x="33" y="36"/>
                  <a:pt x="33" y="36"/>
                </a:cubicBezTo>
                <a:cubicBezTo>
                  <a:pt x="20" y="36"/>
                  <a:pt x="20" y="36"/>
                  <a:pt x="20" y="36"/>
                </a:cubicBezTo>
                <a:cubicBezTo>
                  <a:pt x="20" y="36"/>
                  <a:pt x="19" y="35"/>
                  <a:pt x="19" y="35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20" y="31"/>
                  <a:pt x="20" y="31"/>
                </a:cubicBezTo>
                <a:cubicBezTo>
                  <a:pt x="29" y="31"/>
                  <a:pt x="29" y="31"/>
                  <a:pt x="29" y="31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7"/>
                  <a:pt x="29" y="17"/>
                  <a:pt x="30" y="17"/>
                </a:cubicBezTo>
                <a:cubicBezTo>
                  <a:pt x="33" y="17"/>
                  <a:pt x="33" y="17"/>
                  <a:pt x="33" y="17"/>
                </a:cubicBezTo>
                <a:cubicBezTo>
                  <a:pt x="33" y="17"/>
                  <a:pt x="34" y="17"/>
                  <a:pt x="34" y="18"/>
                </a:cubicBezTo>
                <a:lnTo>
                  <a:pt x="34" y="35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975847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gm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0"/>
          <p:cNvSpPr>
            <a:spLocks noEditPoints="1"/>
          </p:cNvSpPr>
          <p:nvPr userDrawn="1"/>
        </p:nvSpPr>
        <p:spPr bwMode="auto">
          <a:xfrm>
            <a:off x="5428193" y="1498601"/>
            <a:ext cx="1335617" cy="1280351"/>
          </a:xfrm>
          <a:custGeom>
            <a:avLst/>
            <a:gdLst/>
            <a:ahLst/>
            <a:cxnLst>
              <a:cxn ang="0">
                <a:pos x="63" y="49"/>
              </a:cxn>
              <a:cxn ang="0">
                <a:pos x="58" y="44"/>
              </a:cxn>
              <a:cxn ang="0">
                <a:pos x="54" y="48"/>
              </a:cxn>
              <a:cxn ang="0">
                <a:pos x="63" y="57"/>
              </a:cxn>
              <a:cxn ang="0">
                <a:pos x="64" y="60"/>
              </a:cxn>
              <a:cxn ang="0">
                <a:pos x="59" y="64"/>
              </a:cxn>
              <a:cxn ang="0">
                <a:pos x="56" y="63"/>
              </a:cxn>
              <a:cxn ang="0">
                <a:pos x="29" y="36"/>
              </a:cxn>
              <a:cxn ang="0">
                <a:pos x="15" y="42"/>
              </a:cxn>
              <a:cxn ang="0">
                <a:pos x="0" y="27"/>
              </a:cxn>
              <a:cxn ang="0">
                <a:pos x="26" y="0"/>
              </a:cxn>
              <a:cxn ang="0">
                <a:pos x="41" y="15"/>
              </a:cxn>
              <a:cxn ang="0">
                <a:pos x="36" y="30"/>
              </a:cxn>
              <a:cxn ang="0">
                <a:pos x="50" y="44"/>
              </a:cxn>
              <a:cxn ang="0">
                <a:pos x="54" y="40"/>
              </a:cxn>
              <a:cxn ang="0">
                <a:pos x="49" y="35"/>
              </a:cxn>
              <a:cxn ang="0">
                <a:pos x="54" y="31"/>
              </a:cxn>
              <a:cxn ang="0">
                <a:pos x="55" y="31"/>
              </a:cxn>
              <a:cxn ang="0">
                <a:pos x="67" y="44"/>
              </a:cxn>
              <a:cxn ang="0">
                <a:pos x="63" y="49"/>
              </a:cxn>
              <a:cxn ang="0">
                <a:pos x="25" y="8"/>
              </a:cxn>
              <a:cxn ang="0">
                <a:pos x="18" y="16"/>
              </a:cxn>
              <a:cxn ang="0">
                <a:pos x="19" y="19"/>
              </a:cxn>
              <a:cxn ang="0">
                <a:pos x="15" y="18"/>
              </a:cxn>
              <a:cxn ang="0">
                <a:pos x="7" y="26"/>
              </a:cxn>
              <a:cxn ang="0">
                <a:pos x="15" y="34"/>
              </a:cxn>
              <a:cxn ang="0">
                <a:pos x="23" y="26"/>
              </a:cxn>
              <a:cxn ang="0">
                <a:pos x="22" y="23"/>
              </a:cxn>
              <a:cxn ang="0">
                <a:pos x="25" y="24"/>
              </a:cxn>
              <a:cxn ang="0">
                <a:pos x="33" y="16"/>
              </a:cxn>
              <a:cxn ang="0">
                <a:pos x="25" y="8"/>
              </a:cxn>
            </a:cxnLst>
            <a:rect l="0" t="0" r="r" b="b"/>
            <a:pathLst>
              <a:path w="67" h="64">
                <a:moveTo>
                  <a:pt x="63" y="49"/>
                </a:moveTo>
                <a:cubicBezTo>
                  <a:pt x="62" y="49"/>
                  <a:pt x="58" y="45"/>
                  <a:pt x="58" y="44"/>
                </a:cubicBezTo>
                <a:cubicBezTo>
                  <a:pt x="54" y="48"/>
                  <a:pt x="54" y="48"/>
                  <a:pt x="54" y="48"/>
                </a:cubicBezTo>
                <a:cubicBezTo>
                  <a:pt x="63" y="57"/>
                  <a:pt x="63" y="57"/>
                  <a:pt x="63" y="57"/>
                </a:cubicBezTo>
                <a:cubicBezTo>
                  <a:pt x="63" y="58"/>
                  <a:pt x="64" y="59"/>
                  <a:pt x="64" y="60"/>
                </a:cubicBezTo>
                <a:cubicBezTo>
                  <a:pt x="64" y="62"/>
                  <a:pt x="61" y="64"/>
                  <a:pt x="59" y="64"/>
                </a:cubicBezTo>
                <a:cubicBezTo>
                  <a:pt x="58" y="64"/>
                  <a:pt x="57" y="64"/>
                  <a:pt x="56" y="63"/>
                </a:cubicBezTo>
                <a:cubicBezTo>
                  <a:pt x="29" y="36"/>
                  <a:pt x="29" y="36"/>
                  <a:pt x="29" y="36"/>
                </a:cubicBezTo>
                <a:cubicBezTo>
                  <a:pt x="25" y="39"/>
                  <a:pt x="20" y="42"/>
                  <a:pt x="15" y="42"/>
                </a:cubicBezTo>
                <a:cubicBezTo>
                  <a:pt x="6" y="42"/>
                  <a:pt x="0" y="36"/>
                  <a:pt x="0" y="27"/>
                </a:cubicBezTo>
                <a:cubicBezTo>
                  <a:pt x="0" y="14"/>
                  <a:pt x="13" y="0"/>
                  <a:pt x="26" y="0"/>
                </a:cubicBezTo>
                <a:cubicBezTo>
                  <a:pt x="35" y="0"/>
                  <a:pt x="41" y="6"/>
                  <a:pt x="41" y="15"/>
                </a:cubicBezTo>
                <a:cubicBezTo>
                  <a:pt x="41" y="21"/>
                  <a:pt x="39" y="26"/>
                  <a:pt x="36" y="30"/>
                </a:cubicBezTo>
                <a:cubicBezTo>
                  <a:pt x="50" y="44"/>
                  <a:pt x="50" y="44"/>
                  <a:pt x="50" y="44"/>
                </a:cubicBezTo>
                <a:cubicBezTo>
                  <a:pt x="54" y="40"/>
                  <a:pt x="54" y="40"/>
                  <a:pt x="54" y="40"/>
                </a:cubicBezTo>
                <a:cubicBezTo>
                  <a:pt x="53" y="39"/>
                  <a:pt x="49" y="36"/>
                  <a:pt x="49" y="35"/>
                </a:cubicBezTo>
                <a:cubicBezTo>
                  <a:pt x="49" y="34"/>
                  <a:pt x="53" y="31"/>
                  <a:pt x="54" y="31"/>
                </a:cubicBezTo>
                <a:cubicBezTo>
                  <a:pt x="54" y="31"/>
                  <a:pt x="54" y="31"/>
                  <a:pt x="55" y="31"/>
                </a:cubicBezTo>
                <a:cubicBezTo>
                  <a:pt x="56" y="32"/>
                  <a:pt x="67" y="43"/>
                  <a:pt x="67" y="44"/>
                </a:cubicBezTo>
                <a:cubicBezTo>
                  <a:pt x="67" y="45"/>
                  <a:pt x="64" y="49"/>
                  <a:pt x="63" y="49"/>
                </a:cubicBezTo>
                <a:close/>
                <a:moveTo>
                  <a:pt x="25" y="8"/>
                </a:moveTo>
                <a:cubicBezTo>
                  <a:pt x="21" y="8"/>
                  <a:pt x="18" y="12"/>
                  <a:pt x="18" y="16"/>
                </a:cubicBezTo>
                <a:cubicBezTo>
                  <a:pt x="18" y="17"/>
                  <a:pt x="18" y="18"/>
                  <a:pt x="19" y="19"/>
                </a:cubicBezTo>
                <a:cubicBezTo>
                  <a:pt x="17" y="19"/>
                  <a:pt x="16" y="18"/>
                  <a:pt x="15" y="18"/>
                </a:cubicBezTo>
                <a:cubicBezTo>
                  <a:pt x="11" y="18"/>
                  <a:pt x="7" y="22"/>
                  <a:pt x="7" y="26"/>
                </a:cubicBezTo>
                <a:cubicBezTo>
                  <a:pt x="7" y="30"/>
                  <a:pt x="11" y="34"/>
                  <a:pt x="15" y="34"/>
                </a:cubicBezTo>
                <a:cubicBezTo>
                  <a:pt x="19" y="34"/>
                  <a:pt x="23" y="30"/>
                  <a:pt x="23" y="26"/>
                </a:cubicBezTo>
                <a:cubicBezTo>
                  <a:pt x="23" y="25"/>
                  <a:pt x="23" y="24"/>
                  <a:pt x="22" y="23"/>
                </a:cubicBezTo>
                <a:cubicBezTo>
                  <a:pt x="23" y="23"/>
                  <a:pt x="24" y="24"/>
                  <a:pt x="25" y="24"/>
                </a:cubicBezTo>
                <a:cubicBezTo>
                  <a:pt x="30" y="24"/>
                  <a:pt x="33" y="20"/>
                  <a:pt x="33" y="16"/>
                </a:cubicBezTo>
                <a:cubicBezTo>
                  <a:pt x="33" y="12"/>
                  <a:pt x="30" y="8"/>
                  <a:pt x="25" y="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279481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peci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89"/>
          <p:cNvSpPr>
            <a:spLocks noEditPoints="1"/>
          </p:cNvSpPr>
          <p:nvPr userDrawn="1"/>
        </p:nvSpPr>
        <p:spPr bwMode="auto">
          <a:xfrm>
            <a:off x="5524265" y="1698556"/>
            <a:ext cx="1143473" cy="998408"/>
          </a:xfrm>
          <a:custGeom>
            <a:avLst/>
            <a:gdLst/>
            <a:ahLst/>
            <a:cxnLst>
              <a:cxn ang="0">
                <a:pos x="62" y="32"/>
              </a:cxn>
              <a:cxn ang="0">
                <a:pos x="61" y="33"/>
              </a:cxn>
              <a:cxn ang="0">
                <a:pos x="57" y="33"/>
              </a:cxn>
              <a:cxn ang="0">
                <a:pos x="57" y="50"/>
              </a:cxn>
              <a:cxn ang="0">
                <a:pos x="53" y="54"/>
              </a:cxn>
              <a:cxn ang="0">
                <a:pos x="9" y="54"/>
              </a:cxn>
              <a:cxn ang="0">
                <a:pos x="6" y="50"/>
              </a:cxn>
              <a:cxn ang="0">
                <a:pos x="6" y="33"/>
              </a:cxn>
              <a:cxn ang="0">
                <a:pos x="2" y="33"/>
              </a:cxn>
              <a:cxn ang="0">
                <a:pos x="0" y="32"/>
              </a:cxn>
              <a:cxn ang="0">
                <a:pos x="0" y="19"/>
              </a:cxn>
              <a:cxn ang="0">
                <a:pos x="2" y="18"/>
              </a:cxn>
              <a:cxn ang="0">
                <a:pos x="19" y="18"/>
              </a:cxn>
              <a:cxn ang="0">
                <a:pos x="10" y="9"/>
              </a:cxn>
              <a:cxn ang="0">
                <a:pos x="19" y="0"/>
              </a:cxn>
              <a:cxn ang="0">
                <a:pos x="26" y="3"/>
              </a:cxn>
              <a:cxn ang="0">
                <a:pos x="31" y="10"/>
              </a:cxn>
              <a:cxn ang="0">
                <a:pos x="36" y="3"/>
              </a:cxn>
              <a:cxn ang="0">
                <a:pos x="43" y="0"/>
              </a:cxn>
              <a:cxn ang="0">
                <a:pos x="52" y="9"/>
              </a:cxn>
              <a:cxn ang="0">
                <a:pos x="43" y="18"/>
              </a:cxn>
              <a:cxn ang="0">
                <a:pos x="61" y="18"/>
              </a:cxn>
              <a:cxn ang="0">
                <a:pos x="62" y="19"/>
              </a:cxn>
              <a:cxn ang="0">
                <a:pos x="62" y="32"/>
              </a:cxn>
              <a:cxn ang="0">
                <a:pos x="27" y="13"/>
              </a:cxn>
              <a:cxn ang="0">
                <a:pos x="22" y="6"/>
              </a:cxn>
              <a:cxn ang="0">
                <a:pos x="19" y="5"/>
              </a:cxn>
              <a:cxn ang="0">
                <a:pos x="16" y="9"/>
              </a:cxn>
              <a:cxn ang="0">
                <a:pos x="19" y="13"/>
              </a:cxn>
              <a:cxn ang="0">
                <a:pos x="27" y="13"/>
              </a:cxn>
              <a:cxn ang="0">
                <a:pos x="38" y="45"/>
              </a:cxn>
              <a:cxn ang="0">
                <a:pos x="38" y="26"/>
              </a:cxn>
              <a:cxn ang="0">
                <a:pos x="38" y="18"/>
              </a:cxn>
              <a:cxn ang="0">
                <a:pos x="25" y="18"/>
              </a:cxn>
              <a:cxn ang="0">
                <a:pos x="25" y="26"/>
              </a:cxn>
              <a:cxn ang="0">
                <a:pos x="25" y="45"/>
              </a:cxn>
              <a:cxn ang="0">
                <a:pos x="25" y="47"/>
              </a:cxn>
              <a:cxn ang="0">
                <a:pos x="27" y="49"/>
              </a:cxn>
              <a:cxn ang="0">
                <a:pos x="35" y="49"/>
              </a:cxn>
              <a:cxn ang="0">
                <a:pos x="38" y="47"/>
              </a:cxn>
              <a:cxn ang="0">
                <a:pos x="38" y="45"/>
              </a:cxn>
              <a:cxn ang="0">
                <a:pos x="43" y="5"/>
              </a:cxn>
              <a:cxn ang="0">
                <a:pos x="40" y="6"/>
              </a:cxn>
              <a:cxn ang="0">
                <a:pos x="35" y="13"/>
              </a:cxn>
              <a:cxn ang="0">
                <a:pos x="43" y="13"/>
              </a:cxn>
              <a:cxn ang="0">
                <a:pos x="47" y="9"/>
              </a:cxn>
              <a:cxn ang="0">
                <a:pos x="43" y="5"/>
              </a:cxn>
            </a:cxnLst>
            <a:rect l="0" t="0" r="r" b="b"/>
            <a:pathLst>
              <a:path w="62" h="54">
                <a:moveTo>
                  <a:pt x="62" y="32"/>
                </a:moveTo>
                <a:cubicBezTo>
                  <a:pt x="62" y="33"/>
                  <a:pt x="62" y="33"/>
                  <a:pt x="61" y="33"/>
                </a:cubicBezTo>
                <a:cubicBezTo>
                  <a:pt x="57" y="33"/>
                  <a:pt x="57" y="33"/>
                  <a:pt x="57" y="33"/>
                </a:cubicBezTo>
                <a:cubicBezTo>
                  <a:pt x="57" y="50"/>
                  <a:pt x="57" y="50"/>
                  <a:pt x="57" y="50"/>
                </a:cubicBezTo>
                <a:cubicBezTo>
                  <a:pt x="57" y="52"/>
                  <a:pt x="55" y="54"/>
                  <a:pt x="53" y="54"/>
                </a:cubicBezTo>
                <a:cubicBezTo>
                  <a:pt x="9" y="54"/>
                  <a:pt x="9" y="54"/>
                  <a:pt x="9" y="54"/>
                </a:cubicBezTo>
                <a:cubicBezTo>
                  <a:pt x="7" y="54"/>
                  <a:pt x="6" y="52"/>
                  <a:pt x="6" y="50"/>
                </a:cubicBezTo>
                <a:cubicBezTo>
                  <a:pt x="6" y="33"/>
                  <a:pt x="6" y="33"/>
                  <a:pt x="6" y="33"/>
                </a:cubicBezTo>
                <a:cubicBezTo>
                  <a:pt x="2" y="33"/>
                  <a:pt x="2" y="33"/>
                  <a:pt x="2" y="33"/>
                </a:cubicBezTo>
                <a:cubicBezTo>
                  <a:pt x="1" y="33"/>
                  <a:pt x="0" y="33"/>
                  <a:pt x="0" y="32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9"/>
                  <a:pt x="1" y="18"/>
                  <a:pt x="2" y="18"/>
                </a:cubicBezTo>
                <a:cubicBezTo>
                  <a:pt x="19" y="18"/>
                  <a:pt x="19" y="18"/>
                  <a:pt x="19" y="18"/>
                </a:cubicBezTo>
                <a:cubicBezTo>
                  <a:pt x="14" y="18"/>
                  <a:pt x="10" y="14"/>
                  <a:pt x="10" y="9"/>
                </a:cubicBezTo>
                <a:cubicBezTo>
                  <a:pt x="10" y="4"/>
                  <a:pt x="14" y="0"/>
                  <a:pt x="19" y="0"/>
                </a:cubicBezTo>
                <a:cubicBezTo>
                  <a:pt x="22" y="0"/>
                  <a:pt x="25" y="1"/>
                  <a:pt x="26" y="3"/>
                </a:cubicBezTo>
                <a:cubicBezTo>
                  <a:pt x="31" y="10"/>
                  <a:pt x="31" y="10"/>
                  <a:pt x="31" y="10"/>
                </a:cubicBezTo>
                <a:cubicBezTo>
                  <a:pt x="36" y="3"/>
                  <a:pt x="36" y="3"/>
                  <a:pt x="36" y="3"/>
                </a:cubicBezTo>
                <a:cubicBezTo>
                  <a:pt x="38" y="1"/>
                  <a:pt x="41" y="0"/>
                  <a:pt x="43" y="0"/>
                </a:cubicBezTo>
                <a:cubicBezTo>
                  <a:pt x="48" y="0"/>
                  <a:pt x="52" y="4"/>
                  <a:pt x="52" y="9"/>
                </a:cubicBezTo>
                <a:cubicBezTo>
                  <a:pt x="52" y="14"/>
                  <a:pt x="48" y="18"/>
                  <a:pt x="43" y="18"/>
                </a:cubicBezTo>
                <a:cubicBezTo>
                  <a:pt x="61" y="18"/>
                  <a:pt x="61" y="18"/>
                  <a:pt x="61" y="18"/>
                </a:cubicBezTo>
                <a:cubicBezTo>
                  <a:pt x="62" y="18"/>
                  <a:pt x="62" y="19"/>
                  <a:pt x="62" y="19"/>
                </a:cubicBezTo>
                <a:lnTo>
                  <a:pt x="62" y="32"/>
                </a:lnTo>
                <a:close/>
                <a:moveTo>
                  <a:pt x="27" y="13"/>
                </a:moveTo>
                <a:cubicBezTo>
                  <a:pt x="22" y="6"/>
                  <a:pt x="22" y="6"/>
                  <a:pt x="22" y="6"/>
                </a:cubicBezTo>
                <a:cubicBezTo>
                  <a:pt x="22" y="6"/>
                  <a:pt x="21" y="5"/>
                  <a:pt x="19" y="5"/>
                </a:cubicBezTo>
                <a:cubicBezTo>
                  <a:pt x="17" y="5"/>
                  <a:pt x="16" y="7"/>
                  <a:pt x="16" y="9"/>
                </a:cubicBezTo>
                <a:cubicBezTo>
                  <a:pt x="16" y="11"/>
                  <a:pt x="17" y="13"/>
                  <a:pt x="19" y="13"/>
                </a:cubicBezTo>
                <a:lnTo>
                  <a:pt x="27" y="13"/>
                </a:lnTo>
                <a:close/>
                <a:moveTo>
                  <a:pt x="38" y="45"/>
                </a:moveTo>
                <a:cubicBezTo>
                  <a:pt x="38" y="26"/>
                  <a:pt x="38" y="26"/>
                  <a:pt x="38" y="26"/>
                </a:cubicBezTo>
                <a:cubicBezTo>
                  <a:pt x="38" y="18"/>
                  <a:pt x="38" y="18"/>
                  <a:pt x="38" y="18"/>
                </a:cubicBezTo>
                <a:cubicBezTo>
                  <a:pt x="25" y="18"/>
                  <a:pt x="25" y="18"/>
                  <a:pt x="25" y="18"/>
                </a:cubicBezTo>
                <a:cubicBezTo>
                  <a:pt x="25" y="26"/>
                  <a:pt x="25" y="26"/>
                  <a:pt x="25" y="26"/>
                </a:cubicBezTo>
                <a:cubicBezTo>
                  <a:pt x="25" y="45"/>
                  <a:pt x="25" y="45"/>
                  <a:pt x="25" y="45"/>
                </a:cubicBezTo>
                <a:cubicBezTo>
                  <a:pt x="25" y="47"/>
                  <a:pt x="25" y="47"/>
                  <a:pt x="25" y="47"/>
                </a:cubicBezTo>
                <a:cubicBezTo>
                  <a:pt x="25" y="48"/>
                  <a:pt x="26" y="49"/>
                  <a:pt x="27" y="49"/>
                </a:cubicBezTo>
                <a:cubicBezTo>
                  <a:pt x="35" y="49"/>
                  <a:pt x="35" y="49"/>
                  <a:pt x="35" y="49"/>
                </a:cubicBezTo>
                <a:cubicBezTo>
                  <a:pt x="37" y="49"/>
                  <a:pt x="38" y="48"/>
                  <a:pt x="38" y="47"/>
                </a:cubicBezTo>
                <a:lnTo>
                  <a:pt x="38" y="45"/>
                </a:lnTo>
                <a:close/>
                <a:moveTo>
                  <a:pt x="43" y="5"/>
                </a:moveTo>
                <a:cubicBezTo>
                  <a:pt x="42" y="5"/>
                  <a:pt x="41" y="6"/>
                  <a:pt x="40" y="6"/>
                </a:cubicBezTo>
                <a:cubicBezTo>
                  <a:pt x="35" y="13"/>
                  <a:pt x="35" y="13"/>
                  <a:pt x="35" y="13"/>
                </a:cubicBezTo>
                <a:cubicBezTo>
                  <a:pt x="43" y="13"/>
                  <a:pt x="43" y="13"/>
                  <a:pt x="43" y="13"/>
                </a:cubicBezTo>
                <a:cubicBezTo>
                  <a:pt x="45" y="13"/>
                  <a:pt x="47" y="11"/>
                  <a:pt x="47" y="9"/>
                </a:cubicBezTo>
                <a:cubicBezTo>
                  <a:pt x="47" y="7"/>
                  <a:pt x="45" y="5"/>
                  <a:pt x="43" y="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371401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12"/>
          <p:cNvSpPr>
            <a:spLocks noEditPoints="1"/>
          </p:cNvSpPr>
          <p:nvPr userDrawn="1"/>
        </p:nvSpPr>
        <p:spPr bwMode="auto">
          <a:xfrm rot="10800000">
            <a:off x="5503067" y="1397001"/>
            <a:ext cx="1185868" cy="1202225"/>
          </a:xfrm>
          <a:custGeom>
            <a:avLst/>
            <a:gdLst/>
            <a:ahLst/>
            <a:cxnLst>
              <a:cxn ang="0">
                <a:pos x="26" y="55"/>
              </a:cxn>
              <a:cxn ang="0">
                <a:pos x="14" y="67"/>
              </a:cxn>
              <a:cxn ang="0">
                <a:pos x="13" y="68"/>
              </a:cxn>
              <a:cxn ang="0">
                <a:pos x="12" y="67"/>
              </a:cxn>
              <a:cxn ang="0">
                <a:pos x="0" y="55"/>
              </a:cxn>
              <a:cxn ang="0">
                <a:pos x="0" y="54"/>
              </a:cxn>
              <a:cxn ang="0">
                <a:pos x="1" y="53"/>
              </a:cxn>
              <a:cxn ang="0">
                <a:pos x="8" y="53"/>
              </a:cxn>
              <a:cxn ang="0">
                <a:pos x="8" y="1"/>
              </a:cxn>
              <a:cxn ang="0">
                <a:pos x="10" y="0"/>
              </a:cxn>
              <a:cxn ang="0">
                <a:pos x="17" y="0"/>
              </a:cxn>
              <a:cxn ang="0">
                <a:pos x="18" y="1"/>
              </a:cxn>
              <a:cxn ang="0">
                <a:pos x="18" y="53"/>
              </a:cxn>
              <a:cxn ang="0">
                <a:pos x="25" y="53"/>
              </a:cxn>
              <a:cxn ang="0">
                <a:pos x="27" y="54"/>
              </a:cxn>
              <a:cxn ang="0">
                <a:pos x="26" y="55"/>
              </a:cxn>
              <a:cxn ang="0">
                <a:pos x="67" y="8"/>
              </a:cxn>
              <a:cxn ang="0">
                <a:pos x="66" y="9"/>
              </a:cxn>
              <a:cxn ang="0">
                <a:pos x="34" y="9"/>
              </a:cxn>
              <a:cxn ang="0">
                <a:pos x="33" y="8"/>
              </a:cxn>
              <a:cxn ang="0">
                <a:pos x="33" y="1"/>
              </a:cxn>
              <a:cxn ang="0">
                <a:pos x="34" y="0"/>
              </a:cxn>
              <a:cxn ang="0">
                <a:pos x="66" y="0"/>
              </a:cxn>
              <a:cxn ang="0">
                <a:pos x="67" y="1"/>
              </a:cxn>
              <a:cxn ang="0">
                <a:pos x="67" y="8"/>
              </a:cxn>
              <a:cxn ang="0">
                <a:pos x="60" y="28"/>
              </a:cxn>
              <a:cxn ang="0">
                <a:pos x="58" y="29"/>
              </a:cxn>
              <a:cxn ang="0">
                <a:pos x="34" y="29"/>
              </a:cxn>
              <a:cxn ang="0">
                <a:pos x="33" y="28"/>
              </a:cxn>
              <a:cxn ang="0">
                <a:pos x="33" y="20"/>
              </a:cxn>
              <a:cxn ang="0">
                <a:pos x="34" y="19"/>
              </a:cxn>
              <a:cxn ang="0">
                <a:pos x="58" y="19"/>
              </a:cxn>
              <a:cxn ang="0">
                <a:pos x="60" y="20"/>
              </a:cxn>
              <a:cxn ang="0">
                <a:pos x="60" y="28"/>
              </a:cxn>
              <a:cxn ang="0">
                <a:pos x="52" y="47"/>
              </a:cxn>
              <a:cxn ang="0">
                <a:pos x="51" y="48"/>
              </a:cxn>
              <a:cxn ang="0">
                <a:pos x="34" y="48"/>
              </a:cxn>
              <a:cxn ang="0">
                <a:pos x="33" y="47"/>
              </a:cxn>
              <a:cxn ang="0">
                <a:pos x="33" y="40"/>
              </a:cxn>
              <a:cxn ang="0">
                <a:pos x="34" y="39"/>
              </a:cxn>
              <a:cxn ang="0">
                <a:pos x="51" y="39"/>
              </a:cxn>
              <a:cxn ang="0">
                <a:pos x="52" y="40"/>
              </a:cxn>
              <a:cxn ang="0">
                <a:pos x="52" y="47"/>
              </a:cxn>
              <a:cxn ang="0">
                <a:pos x="45" y="67"/>
              </a:cxn>
              <a:cxn ang="0">
                <a:pos x="44" y="68"/>
              </a:cxn>
              <a:cxn ang="0">
                <a:pos x="34" y="68"/>
              </a:cxn>
              <a:cxn ang="0">
                <a:pos x="33" y="67"/>
              </a:cxn>
              <a:cxn ang="0">
                <a:pos x="33" y="59"/>
              </a:cxn>
              <a:cxn ang="0">
                <a:pos x="34" y="58"/>
              </a:cxn>
              <a:cxn ang="0">
                <a:pos x="44" y="58"/>
              </a:cxn>
              <a:cxn ang="0">
                <a:pos x="45" y="59"/>
              </a:cxn>
              <a:cxn ang="0">
                <a:pos x="45" y="67"/>
              </a:cxn>
            </a:cxnLst>
            <a:rect l="0" t="0" r="r" b="b"/>
            <a:pathLst>
              <a:path w="67" h="68">
                <a:moveTo>
                  <a:pt x="26" y="55"/>
                </a:moveTo>
                <a:cubicBezTo>
                  <a:pt x="14" y="67"/>
                  <a:pt x="14" y="67"/>
                  <a:pt x="14" y="67"/>
                </a:cubicBezTo>
                <a:cubicBezTo>
                  <a:pt x="14" y="68"/>
                  <a:pt x="14" y="68"/>
                  <a:pt x="13" y="68"/>
                </a:cubicBezTo>
                <a:cubicBezTo>
                  <a:pt x="13" y="68"/>
                  <a:pt x="13" y="68"/>
                  <a:pt x="12" y="67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4"/>
                  <a:pt x="0" y="54"/>
                </a:cubicBezTo>
                <a:cubicBezTo>
                  <a:pt x="0" y="53"/>
                  <a:pt x="1" y="53"/>
                  <a:pt x="1" y="53"/>
                </a:cubicBezTo>
                <a:cubicBezTo>
                  <a:pt x="8" y="53"/>
                  <a:pt x="8" y="53"/>
                  <a:pt x="8" y="53"/>
                </a:cubicBezTo>
                <a:cubicBezTo>
                  <a:pt x="8" y="1"/>
                  <a:pt x="8" y="1"/>
                  <a:pt x="8" y="1"/>
                </a:cubicBezTo>
                <a:cubicBezTo>
                  <a:pt x="8" y="0"/>
                  <a:pt x="9" y="0"/>
                  <a:pt x="1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53"/>
                  <a:pt x="18" y="53"/>
                  <a:pt x="18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6" y="53"/>
                  <a:pt x="27" y="54"/>
                  <a:pt x="27" y="54"/>
                </a:cubicBezTo>
                <a:cubicBezTo>
                  <a:pt x="27" y="55"/>
                  <a:pt x="27" y="55"/>
                  <a:pt x="26" y="55"/>
                </a:cubicBezTo>
                <a:close/>
                <a:moveTo>
                  <a:pt x="67" y="8"/>
                </a:moveTo>
                <a:cubicBezTo>
                  <a:pt x="67" y="9"/>
                  <a:pt x="66" y="9"/>
                  <a:pt x="66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3" y="9"/>
                  <a:pt x="33" y="9"/>
                  <a:pt x="33" y="8"/>
                </a:cubicBez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3" y="0"/>
                  <a:pt x="34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6" y="0"/>
                  <a:pt x="67" y="0"/>
                  <a:pt x="67" y="1"/>
                </a:cubicBezTo>
                <a:lnTo>
                  <a:pt x="67" y="8"/>
                </a:lnTo>
                <a:close/>
                <a:moveTo>
                  <a:pt x="60" y="28"/>
                </a:moveTo>
                <a:cubicBezTo>
                  <a:pt x="60" y="28"/>
                  <a:pt x="59" y="29"/>
                  <a:pt x="58" y="29"/>
                </a:cubicBezTo>
                <a:cubicBezTo>
                  <a:pt x="34" y="29"/>
                  <a:pt x="34" y="29"/>
                  <a:pt x="34" y="29"/>
                </a:cubicBezTo>
                <a:cubicBezTo>
                  <a:pt x="33" y="29"/>
                  <a:pt x="33" y="28"/>
                  <a:pt x="33" y="28"/>
                </a:cubicBezTo>
                <a:cubicBezTo>
                  <a:pt x="33" y="20"/>
                  <a:pt x="33" y="20"/>
                  <a:pt x="33" y="20"/>
                </a:cubicBezTo>
                <a:cubicBezTo>
                  <a:pt x="33" y="20"/>
                  <a:pt x="33" y="19"/>
                  <a:pt x="34" y="19"/>
                </a:cubicBezTo>
                <a:cubicBezTo>
                  <a:pt x="58" y="19"/>
                  <a:pt x="58" y="19"/>
                  <a:pt x="58" y="19"/>
                </a:cubicBezTo>
                <a:cubicBezTo>
                  <a:pt x="59" y="19"/>
                  <a:pt x="60" y="20"/>
                  <a:pt x="60" y="20"/>
                </a:cubicBezTo>
                <a:lnTo>
                  <a:pt x="60" y="28"/>
                </a:lnTo>
                <a:close/>
                <a:moveTo>
                  <a:pt x="52" y="47"/>
                </a:moveTo>
                <a:cubicBezTo>
                  <a:pt x="52" y="48"/>
                  <a:pt x="52" y="48"/>
                  <a:pt x="51" y="48"/>
                </a:cubicBezTo>
                <a:cubicBezTo>
                  <a:pt x="34" y="48"/>
                  <a:pt x="34" y="48"/>
                  <a:pt x="34" y="48"/>
                </a:cubicBezTo>
                <a:cubicBezTo>
                  <a:pt x="33" y="48"/>
                  <a:pt x="33" y="48"/>
                  <a:pt x="33" y="47"/>
                </a:cubicBezTo>
                <a:cubicBezTo>
                  <a:pt x="33" y="40"/>
                  <a:pt x="33" y="40"/>
                  <a:pt x="33" y="40"/>
                </a:cubicBezTo>
                <a:cubicBezTo>
                  <a:pt x="33" y="39"/>
                  <a:pt x="33" y="39"/>
                  <a:pt x="34" y="39"/>
                </a:cubicBezTo>
                <a:cubicBezTo>
                  <a:pt x="51" y="39"/>
                  <a:pt x="51" y="39"/>
                  <a:pt x="51" y="39"/>
                </a:cubicBezTo>
                <a:cubicBezTo>
                  <a:pt x="52" y="39"/>
                  <a:pt x="52" y="39"/>
                  <a:pt x="52" y="40"/>
                </a:cubicBezTo>
                <a:lnTo>
                  <a:pt x="52" y="47"/>
                </a:lnTo>
                <a:close/>
                <a:moveTo>
                  <a:pt x="45" y="67"/>
                </a:moveTo>
                <a:cubicBezTo>
                  <a:pt x="45" y="67"/>
                  <a:pt x="44" y="68"/>
                  <a:pt x="44" y="68"/>
                </a:cubicBezTo>
                <a:cubicBezTo>
                  <a:pt x="34" y="68"/>
                  <a:pt x="34" y="68"/>
                  <a:pt x="34" y="68"/>
                </a:cubicBezTo>
                <a:cubicBezTo>
                  <a:pt x="33" y="68"/>
                  <a:pt x="33" y="67"/>
                  <a:pt x="33" y="67"/>
                </a:cubicBezTo>
                <a:cubicBezTo>
                  <a:pt x="33" y="59"/>
                  <a:pt x="33" y="59"/>
                  <a:pt x="33" y="59"/>
                </a:cubicBezTo>
                <a:cubicBezTo>
                  <a:pt x="33" y="59"/>
                  <a:pt x="33" y="58"/>
                  <a:pt x="34" y="58"/>
                </a:cubicBezTo>
                <a:cubicBezTo>
                  <a:pt x="44" y="58"/>
                  <a:pt x="44" y="58"/>
                  <a:pt x="44" y="58"/>
                </a:cubicBezTo>
                <a:cubicBezTo>
                  <a:pt x="44" y="58"/>
                  <a:pt x="45" y="59"/>
                  <a:pt x="45" y="59"/>
                </a:cubicBezTo>
                <a:lnTo>
                  <a:pt x="45" y="6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2642779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e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219"/>
          <p:cNvSpPr>
            <a:spLocks noEditPoints="1"/>
          </p:cNvSpPr>
          <p:nvPr userDrawn="1"/>
        </p:nvSpPr>
        <p:spPr bwMode="auto">
          <a:xfrm>
            <a:off x="5503067" y="1701799"/>
            <a:ext cx="1185868" cy="919652"/>
          </a:xfrm>
          <a:custGeom>
            <a:avLst/>
            <a:gdLst/>
            <a:ahLst/>
            <a:cxnLst>
              <a:cxn ang="0">
                <a:pos x="8" y="15"/>
              </a:cxn>
              <a:cxn ang="0">
                <a:pos x="0" y="7"/>
              </a:cxn>
              <a:cxn ang="0">
                <a:pos x="8" y="0"/>
              </a:cxn>
              <a:cxn ang="0">
                <a:pos x="15" y="7"/>
              </a:cxn>
              <a:cxn ang="0">
                <a:pos x="8" y="15"/>
              </a:cxn>
              <a:cxn ang="0">
                <a:pos x="8" y="34"/>
              </a:cxn>
              <a:cxn ang="0">
                <a:pos x="0" y="27"/>
              </a:cxn>
              <a:cxn ang="0">
                <a:pos x="8" y="19"/>
              </a:cxn>
              <a:cxn ang="0">
                <a:pos x="15" y="27"/>
              </a:cxn>
              <a:cxn ang="0">
                <a:pos x="8" y="34"/>
              </a:cxn>
              <a:cxn ang="0">
                <a:pos x="8" y="53"/>
              </a:cxn>
              <a:cxn ang="0">
                <a:pos x="0" y="46"/>
              </a:cxn>
              <a:cxn ang="0">
                <a:pos x="8" y="39"/>
              </a:cxn>
              <a:cxn ang="0">
                <a:pos x="15" y="46"/>
              </a:cxn>
              <a:cxn ang="0">
                <a:pos x="8" y="53"/>
              </a:cxn>
              <a:cxn ang="0">
                <a:pos x="68" y="11"/>
              </a:cxn>
              <a:cxn ang="0">
                <a:pos x="67" y="12"/>
              </a:cxn>
              <a:cxn ang="0">
                <a:pos x="21" y="12"/>
              </a:cxn>
              <a:cxn ang="0">
                <a:pos x="20" y="11"/>
              </a:cxn>
              <a:cxn ang="0">
                <a:pos x="20" y="4"/>
              </a:cxn>
              <a:cxn ang="0">
                <a:pos x="21" y="2"/>
              </a:cxn>
              <a:cxn ang="0">
                <a:pos x="67" y="2"/>
              </a:cxn>
              <a:cxn ang="0">
                <a:pos x="68" y="4"/>
              </a:cxn>
              <a:cxn ang="0">
                <a:pos x="68" y="11"/>
              </a:cxn>
              <a:cxn ang="0">
                <a:pos x="68" y="30"/>
              </a:cxn>
              <a:cxn ang="0">
                <a:pos x="67" y="32"/>
              </a:cxn>
              <a:cxn ang="0">
                <a:pos x="21" y="32"/>
              </a:cxn>
              <a:cxn ang="0">
                <a:pos x="20" y="30"/>
              </a:cxn>
              <a:cxn ang="0">
                <a:pos x="20" y="23"/>
              </a:cxn>
              <a:cxn ang="0">
                <a:pos x="21" y="22"/>
              </a:cxn>
              <a:cxn ang="0">
                <a:pos x="67" y="22"/>
              </a:cxn>
              <a:cxn ang="0">
                <a:pos x="68" y="23"/>
              </a:cxn>
              <a:cxn ang="0">
                <a:pos x="68" y="30"/>
              </a:cxn>
              <a:cxn ang="0">
                <a:pos x="68" y="50"/>
              </a:cxn>
              <a:cxn ang="0">
                <a:pos x="67" y="51"/>
              </a:cxn>
              <a:cxn ang="0">
                <a:pos x="21" y="51"/>
              </a:cxn>
              <a:cxn ang="0">
                <a:pos x="20" y="50"/>
              </a:cxn>
              <a:cxn ang="0">
                <a:pos x="20" y="42"/>
              </a:cxn>
              <a:cxn ang="0">
                <a:pos x="21" y="41"/>
              </a:cxn>
              <a:cxn ang="0">
                <a:pos x="67" y="41"/>
              </a:cxn>
              <a:cxn ang="0">
                <a:pos x="68" y="42"/>
              </a:cxn>
              <a:cxn ang="0">
                <a:pos x="68" y="50"/>
              </a:cxn>
            </a:cxnLst>
            <a:rect l="0" t="0" r="r" b="b"/>
            <a:pathLst>
              <a:path w="68" h="53">
                <a:moveTo>
                  <a:pt x="8" y="15"/>
                </a:moveTo>
                <a:cubicBezTo>
                  <a:pt x="4" y="15"/>
                  <a:pt x="0" y="11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12" y="0"/>
                  <a:pt x="15" y="3"/>
                  <a:pt x="15" y="7"/>
                </a:cubicBezTo>
                <a:cubicBezTo>
                  <a:pt x="15" y="11"/>
                  <a:pt x="12" y="15"/>
                  <a:pt x="8" y="15"/>
                </a:cubicBezTo>
                <a:close/>
                <a:moveTo>
                  <a:pt x="8" y="34"/>
                </a:moveTo>
                <a:cubicBezTo>
                  <a:pt x="4" y="34"/>
                  <a:pt x="0" y="31"/>
                  <a:pt x="0" y="27"/>
                </a:cubicBezTo>
                <a:cubicBezTo>
                  <a:pt x="0" y="23"/>
                  <a:pt x="4" y="19"/>
                  <a:pt x="8" y="19"/>
                </a:cubicBezTo>
                <a:cubicBezTo>
                  <a:pt x="12" y="19"/>
                  <a:pt x="15" y="23"/>
                  <a:pt x="15" y="27"/>
                </a:cubicBezTo>
                <a:cubicBezTo>
                  <a:pt x="15" y="31"/>
                  <a:pt x="12" y="34"/>
                  <a:pt x="8" y="34"/>
                </a:cubicBezTo>
                <a:close/>
                <a:moveTo>
                  <a:pt x="8" y="53"/>
                </a:moveTo>
                <a:cubicBezTo>
                  <a:pt x="4" y="53"/>
                  <a:pt x="0" y="50"/>
                  <a:pt x="0" y="46"/>
                </a:cubicBezTo>
                <a:cubicBezTo>
                  <a:pt x="0" y="42"/>
                  <a:pt x="4" y="39"/>
                  <a:pt x="8" y="39"/>
                </a:cubicBezTo>
                <a:cubicBezTo>
                  <a:pt x="12" y="39"/>
                  <a:pt x="15" y="42"/>
                  <a:pt x="15" y="46"/>
                </a:cubicBezTo>
                <a:cubicBezTo>
                  <a:pt x="15" y="50"/>
                  <a:pt x="12" y="53"/>
                  <a:pt x="8" y="53"/>
                </a:cubicBezTo>
                <a:close/>
                <a:moveTo>
                  <a:pt x="68" y="11"/>
                </a:moveTo>
                <a:cubicBezTo>
                  <a:pt x="68" y="12"/>
                  <a:pt x="68" y="12"/>
                  <a:pt x="67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0" y="12"/>
                  <a:pt x="20" y="12"/>
                  <a:pt x="20" y="11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3"/>
                  <a:pt x="20" y="2"/>
                  <a:pt x="21" y="2"/>
                </a:cubicBezTo>
                <a:cubicBezTo>
                  <a:pt x="67" y="2"/>
                  <a:pt x="67" y="2"/>
                  <a:pt x="67" y="2"/>
                </a:cubicBezTo>
                <a:cubicBezTo>
                  <a:pt x="68" y="2"/>
                  <a:pt x="68" y="3"/>
                  <a:pt x="68" y="4"/>
                </a:cubicBezTo>
                <a:lnTo>
                  <a:pt x="68" y="11"/>
                </a:lnTo>
                <a:close/>
                <a:moveTo>
                  <a:pt x="68" y="30"/>
                </a:moveTo>
                <a:cubicBezTo>
                  <a:pt x="68" y="31"/>
                  <a:pt x="68" y="32"/>
                  <a:pt x="67" y="32"/>
                </a:cubicBezTo>
                <a:cubicBezTo>
                  <a:pt x="21" y="32"/>
                  <a:pt x="21" y="32"/>
                  <a:pt x="21" y="32"/>
                </a:cubicBezTo>
                <a:cubicBezTo>
                  <a:pt x="20" y="32"/>
                  <a:pt x="20" y="31"/>
                  <a:pt x="20" y="30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2"/>
                  <a:pt x="20" y="22"/>
                  <a:pt x="21" y="22"/>
                </a:cubicBezTo>
                <a:cubicBezTo>
                  <a:pt x="67" y="22"/>
                  <a:pt x="67" y="22"/>
                  <a:pt x="67" y="22"/>
                </a:cubicBezTo>
                <a:cubicBezTo>
                  <a:pt x="68" y="22"/>
                  <a:pt x="68" y="22"/>
                  <a:pt x="68" y="23"/>
                </a:cubicBezTo>
                <a:lnTo>
                  <a:pt x="68" y="30"/>
                </a:lnTo>
                <a:close/>
                <a:moveTo>
                  <a:pt x="68" y="50"/>
                </a:moveTo>
                <a:cubicBezTo>
                  <a:pt x="68" y="50"/>
                  <a:pt x="68" y="51"/>
                  <a:pt x="67" y="51"/>
                </a:cubicBezTo>
                <a:cubicBezTo>
                  <a:pt x="21" y="51"/>
                  <a:pt x="21" y="51"/>
                  <a:pt x="21" y="51"/>
                </a:cubicBezTo>
                <a:cubicBezTo>
                  <a:pt x="20" y="51"/>
                  <a:pt x="20" y="50"/>
                  <a:pt x="20" y="50"/>
                </a:cubicBezTo>
                <a:cubicBezTo>
                  <a:pt x="20" y="42"/>
                  <a:pt x="20" y="42"/>
                  <a:pt x="20" y="42"/>
                </a:cubicBezTo>
                <a:cubicBezTo>
                  <a:pt x="20" y="42"/>
                  <a:pt x="20" y="41"/>
                  <a:pt x="21" y="41"/>
                </a:cubicBezTo>
                <a:cubicBezTo>
                  <a:pt x="67" y="41"/>
                  <a:pt x="67" y="41"/>
                  <a:pt x="67" y="41"/>
                </a:cubicBezTo>
                <a:cubicBezTo>
                  <a:pt x="68" y="41"/>
                  <a:pt x="68" y="42"/>
                  <a:pt x="68" y="42"/>
                </a:cubicBezTo>
                <a:lnTo>
                  <a:pt x="68" y="5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722422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de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3"/>
          <p:cNvSpPr>
            <a:spLocks noEditPoints="1"/>
          </p:cNvSpPr>
          <p:nvPr userDrawn="1"/>
        </p:nvSpPr>
        <p:spPr bwMode="auto">
          <a:xfrm>
            <a:off x="5613303" y="1397832"/>
            <a:ext cx="965396" cy="1421568"/>
          </a:xfrm>
          <a:custGeom>
            <a:avLst/>
            <a:gdLst/>
            <a:ahLst/>
            <a:cxnLst>
              <a:cxn ang="0">
                <a:pos x="37" y="29"/>
              </a:cxn>
              <a:cxn ang="0">
                <a:pos x="31" y="41"/>
              </a:cxn>
              <a:cxn ang="0">
                <a:pos x="33" y="44"/>
              </a:cxn>
              <a:cxn ang="0">
                <a:pos x="32" y="47"/>
              </a:cxn>
              <a:cxn ang="0">
                <a:pos x="33" y="49"/>
              </a:cxn>
              <a:cxn ang="0">
                <a:pos x="31" y="53"/>
              </a:cxn>
              <a:cxn ang="0">
                <a:pos x="31" y="54"/>
              </a:cxn>
              <a:cxn ang="0">
                <a:pos x="27" y="58"/>
              </a:cxn>
              <a:cxn ang="0">
                <a:pos x="21" y="62"/>
              </a:cxn>
              <a:cxn ang="0">
                <a:pos x="15" y="58"/>
              </a:cxn>
              <a:cxn ang="0">
                <a:pos x="11" y="54"/>
              </a:cxn>
              <a:cxn ang="0">
                <a:pos x="11" y="53"/>
              </a:cxn>
              <a:cxn ang="0">
                <a:pos x="9" y="49"/>
              </a:cxn>
              <a:cxn ang="0">
                <a:pos x="10" y="47"/>
              </a:cxn>
              <a:cxn ang="0">
                <a:pos x="9" y="44"/>
              </a:cxn>
              <a:cxn ang="0">
                <a:pos x="11" y="41"/>
              </a:cxn>
              <a:cxn ang="0">
                <a:pos x="5" y="29"/>
              </a:cxn>
              <a:cxn ang="0">
                <a:pos x="0" y="18"/>
              </a:cxn>
              <a:cxn ang="0">
                <a:pos x="21" y="0"/>
              </a:cxn>
              <a:cxn ang="0">
                <a:pos x="42" y="18"/>
              </a:cxn>
              <a:cxn ang="0">
                <a:pos x="37" y="29"/>
              </a:cxn>
              <a:cxn ang="0">
                <a:pos x="21" y="6"/>
              </a:cxn>
              <a:cxn ang="0">
                <a:pos x="6" y="18"/>
              </a:cxn>
              <a:cxn ang="0">
                <a:pos x="8" y="26"/>
              </a:cxn>
              <a:cxn ang="0">
                <a:pos x="11" y="28"/>
              </a:cxn>
              <a:cxn ang="0">
                <a:pos x="16" y="40"/>
              </a:cxn>
              <a:cxn ang="0">
                <a:pos x="26" y="40"/>
              </a:cxn>
              <a:cxn ang="0">
                <a:pos x="31" y="28"/>
              </a:cxn>
              <a:cxn ang="0">
                <a:pos x="34" y="26"/>
              </a:cxn>
              <a:cxn ang="0">
                <a:pos x="36" y="18"/>
              </a:cxn>
              <a:cxn ang="0">
                <a:pos x="21" y="6"/>
              </a:cxn>
              <a:cxn ang="0">
                <a:pos x="29" y="20"/>
              </a:cxn>
              <a:cxn ang="0">
                <a:pos x="27" y="18"/>
              </a:cxn>
              <a:cxn ang="0">
                <a:pos x="21" y="15"/>
              </a:cxn>
              <a:cxn ang="0">
                <a:pos x="20" y="13"/>
              </a:cxn>
              <a:cxn ang="0">
                <a:pos x="21" y="12"/>
              </a:cxn>
              <a:cxn ang="0">
                <a:pos x="30" y="18"/>
              </a:cxn>
              <a:cxn ang="0">
                <a:pos x="29" y="20"/>
              </a:cxn>
            </a:cxnLst>
            <a:rect l="0" t="0" r="r" b="b"/>
            <a:pathLst>
              <a:path w="42" h="62">
                <a:moveTo>
                  <a:pt x="37" y="29"/>
                </a:moveTo>
                <a:cubicBezTo>
                  <a:pt x="35" y="32"/>
                  <a:pt x="31" y="37"/>
                  <a:pt x="31" y="41"/>
                </a:cubicBezTo>
                <a:cubicBezTo>
                  <a:pt x="32" y="42"/>
                  <a:pt x="33" y="43"/>
                  <a:pt x="33" y="44"/>
                </a:cubicBezTo>
                <a:cubicBezTo>
                  <a:pt x="33" y="45"/>
                  <a:pt x="32" y="46"/>
                  <a:pt x="32" y="47"/>
                </a:cubicBezTo>
                <a:cubicBezTo>
                  <a:pt x="32" y="47"/>
                  <a:pt x="33" y="48"/>
                  <a:pt x="33" y="49"/>
                </a:cubicBezTo>
                <a:cubicBezTo>
                  <a:pt x="33" y="51"/>
                  <a:pt x="32" y="52"/>
                  <a:pt x="31" y="53"/>
                </a:cubicBezTo>
                <a:cubicBezTo>
                  <a:pt x="31" y="53"/>
                  <a:pt x="31" y="54"/>
                  <a:pt x="31" y="54"/>
                </a:cubicBezTo>
                <a:cubicBezTo>
                  <a:pt x="31" y="57"/>
                  <a:pt x="29" y="58"/>
                  <a:pt x="27" y="58"/>
                </a:cubicBezTo>
                <a:cubicBezTo>
                  <a:pt x="26" y="61"/>
                  <a:pt x="24" y="62"/>
                  <a:pt x="21" y="62"/>
                </a:cubicBezTo>
                <a:cubicBezTo>
                  <a:pt x="19" y="62"/>
                  <a:pt x="16" y="61"/>
                  <a:pt x="15" y="58"/>
                </a:cubicBezTo>
                <a:cubicBezTo>
                  <a:pt x="13" y="58"/>
                  <a:pt x="11" y="57"/>
                  <a:pt x="11" y="54"/>
                </a:cubicBezTo>
                <a:cubicBezTo>
                  <a:pt x="11" y="54"/>
                  <a:pt x="11" y="53"/>
                  <a:pt x="11" y="53"/>
                </a:cubicBezTo>
                <a:cubicBezTo>
                  <a:pt x="10" y="52"/>
                  <a:pt x="9" y="51"/>
                  <a:pt x="9" y="49"/>
                </a:cubicBezTo>
                <a:cubicBezTo>
                  <a:pt x="9" y="48"/>
                  <a:pt x="10" y="47"/>
                  <a:pt x="10" y="47"/>
                </a:cubicBezTo>
                <a:cubicBezTo>
                  <a:pt x="10" y="46"/>
                  <a:pt x="9" y="45"/>
                  <a:pt x="9" y="44"/>
                </a:cubicBezTo>
                <a:cubicBezTo>
                  <a:pt x="9" y="43"/>
                  <a:pt x="10" y="42"/>
                  <a:pt x="11" y="41"/>
                </a:cubicBezTo>
                <a:cubicBezTo>
                  <a:pt x="11" y="37"/>
                  <a:pt x="7" y="32"/>
                  <a:pt x="5" y="29"/>
                </a:cubicBezTo>
                <a:cubicBezTo>
                  <a:pt x="2" y="26"/>
                  <a:pt x="0" y="23"/>
                  <a:pt x="0" y="18"/>
                </a:cubicBezTo>
                <a:cubicBezTo>
                  <a:pt x="0" y="8"/>
                  <a:pt x="11" y="0"/>
                  <a:pt x="21" y="0"/>
                </a:cubicBezTo>
                <a:cubicBezTo>
                  <a:pt x="31" y="0"/>
                  <a:pt x="42" y="8"/>
                  <a:pt x="42" y="18"/>
                </a:cubicBezTo>
                <a:cubicBezTo>
                  <a:pt x="42" y="23"/>
                  <a:pt x="40" y="26"/>
                  <a:pt x="37" y="29"/>
                </a:cubicBezTo>
                <a:close/>
                <a:moveTo>
                  <a:pt x="21" y="6"/>
                </a:moveTo>
                <a:cubicBezTo>
                  <a:pt x="14" y="6"/>
                  <a:pt x="6" y="10"/>
                  <a:pt x="6" y="18"/>
                </a:cubicBezTo>
                <a:cubicBezTo>
                  <a:pt x="6" y="21"/>
                  <a:pt x="7" y="24"/>
                  <a:pt x="8" y="26"/>
                </a:cubicBezTo>
                <a:cubicBezTo>
                  <a:pt x="9" y="27"/>
                  <a:pt x="10" y="27"/>
                  <a:pt x="11" y="28"/>
                </a:cubicBezTo>
                <a:cubicBezTo>
                  <a:pt x="14" y="32"/>
                  <a:pt x="16" y="36"/>
                  <a:pt x="16" y="40"/>
                </a:cubicBezTo>
                <a:cubicBezTo>
                  <a:pt x="26" y="40"/>
                  <a:pt x="26" y="40"/>
                  <a:pt x="26" y="40"/>
                </a:cubicBezTo>
                <a:cubicBezTo>
                  <a:pt x="26" y="36"/>
                  <a:pt x="28" y="32"/>
                  <a:pt x="31" y="28"/>
                </a:cubicBezTo>
                <a:cubicBezTo>
                  <a:pt x="32" y="27"/>
                  <a:pt x="33" y="27"/>
                  <a:pt x="34" y="26"/>
                </a:cubicBezTo>
                <a:cubicBezTo>
                  <a:pt x="35" y="24"/>
                  <a:pt x="36" y="21"/>
                  <a:pt x="36" y="18"/>
                </a:cubicBezTo>
                <a:cubicBezTo>
                  <a:pt x="36" y="10"/>
                  <a:pt x="28" y="6"/>
                  <a:pt x="21" y="6"/>
                </a:cubicBezTo>
                <a:close/>
                <a:moveTo>
                  <a:pt x="29" y="20"/>
                </a:moveTo>
                <a:cubicBezTo>
                  <a:pt x="28" y="20"/>
                  <a:pt x="27" y="19"/>
                  <a:pt x="27" y="18"/>
                </a:cubicBezTo>
                <a:cubicBezTo>
                  <a:pt x="27" y="16"/>
                  <a:pt x="23" y="15"/>
                  <a:pt x="21" y="15"/>
                </a:cubicBezTo>
                <a:cubicBezTo>
                  <a:pt x="20" y="15"/>
                  <a:pt x="20" y="14"/>
                  <a:pt x="20" y="13"/>
                </a:cubicBezTo>
                <a:cubicBezTo>
                  <a:pt x="20" y="13"/>
                  <a:pt x="20" y="12"/>
                  <a:pt x="21" y="12"/>
                </a:cubicBezTo>
                <a:cubicBezTo>
                  <a:pt x="25" y="12"/>
                  <a:pt x="30" y="14"/>
                  <a:pt x="30" y="18"/>
                </a:cubicBezTo>
                <a:cubicBezTo>
                  <a:pt x="30" y="19"/>
                  <a:pt x="29" y="20"/>
                  <a:pt x="29" y="2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931824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ru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56"/>
          <p:cNvSpPr>
            <a:spLocks noEditPoints="1"/>
          </p:cNvSpPr>
          <p:nvPr userDrawn="1"/>
        </p:nvSpPr>
        <p:spPr bwMode="auto">
          <a:xfrm>
            <a:off x="5470526" y="1498601"/>
            <a:ext cx="1250951" cy="1250951"/>
          </a:xfrm>
          <a:custGeom>
            <a:avLst/>
            <a:gdLst/>
            <a:ahLst/>
            <a:cxnLst>
              <a:cxn ang="0">
                <a:pos x="64" y="42"/>
              </a:cxn>
              <a:cxn ang="0">
                <a:pos x="63" y="44"/>
              </a:cxn>
              <a:cxn ang="0">
                <a:pos x="33" y="64"/>
              </a:cxn>
              <a:cxn ang="0">
                <a:pos x="32" y="64"/>
              </a:cxn>
              <a:cxn ang="0">
                <a:pos x="30" y="64"/>
              </a:cxn>
              <a:cxn ang="0">
                <a:pos x="1" y="44"/>
              </a:cxn>
              <a:cxn ang="0">
                <a:pos x="0" y="42"/>
              </a:cxn>
              <a:cxn ang="0">
                <a:pos x="0" y="23"/>
              </a:cxn>
              <a:cxn ang="0">
                <a:pos x="1" y="20"/>
              </a:cxn>
              <a:cxn ang="0">
                <a:pos x="30" y="1"/>
              </a:cxn>
              <a:cxn ang="0">
                <a:pos x="32" y="0"/>
              </a:cxn>
              <a:cxn ang="0">
                <a:pos x="33" y="1"/>
              </a:cxn>
              <a:cxn ang="0">
                <a:pos x="63" y="20"/>
              </a:cxn>
              <a:cxn ang="0">
                <a:pos x="64" y="23"/>
              </a:cxn>
              <a:cxn ang="0">
                <a:pos x="64" y="42"/>
              </a:cxn>
              <a:cxn ang="0">
                <a:pos x="12" y="32"/>
              </a:cxn>
              <a:cxn ang="0">
                <a:pos x="5" y="28"/>
              </a:cxn>
              <a:cxn ang="0">
                <a:pos x="5" y="37"/>
              </a:cxn>
              <a:cxn ang="0">
                <a:pos x="12" y="32"/>
              </a:cxn>
              <a:cxn ang="0">
                <a:pos x="29" y="21"/>
              </a:cxn>
              <a:cxn ang="0">
                <a:pos x="29" y="8"/>
              </a:cxn>
              <a:cxn ang="0">
                <a:pos x="7" y="23"/>
              </a:cxn>
              <a:cxn ang="0">
                <a:pos x="17" y="29"/>
              </a:cxn>
              <a:cxn ang="0">
                <a:pos x="29" y="21"/>
              </a:cxn>
              <a:cxn ang="0">
                <a:pos x="29" y="56"/>
              </a:cxn>
              <a:cxn ang="0">
                <a:pos x="29" y="44"/>
              </a:cxn>
              <a:cxn ang="0">
                <a:pos x="17" y="36"/>
              </a:cxn>
              <a:cxn ang="0">
                <a:pos x="7" y="42"/>
              </a:cxn>
              <a:cxn ang="0">
                <a:pos x="29" y="56"/>
              </a:cxn>
              <a:cxn ang="0">
                <a:pos x="41" y="32"/>
              </a:cxn>
              <a:cxn ang="0">
                <a:pos x="32" y="26"/>
              </a:cxn>
              <a:cxn ang="0">
                <a:pos x="22" y="32"/>
              </a:cxn>
              <a:cxn ang="0">
                <a:pos x="32" y="39"/>
              </a:cxn>
              <a:cxn ang="0">
                <a:pos x="41" y="32"/>
              </a:cxn>
              <a:cxn ang="0">
                <a:pos x="56" y="23"/>
              </a:cxn>
              <a:cxn ang="0">
                <a:pos x="35" y="8"/>
              </a:cxn>
              <a:cxn ang="0">
                <a:pos x="35" y="21"/>
              </a:cxn>
              <a:cxn ang="0">
                <a:pos x="46" y="29"/>
              </a:cxn>
              <a:cxn ang="0">
                <a:pos x="56" y="23"/>
              </a:cxn>
              <a:cxn ang="0">
                <a:pos x="56" y="42"/>
              </a:cxn>
              <a:cxn ang="0">
                <a:pos x="46" y="36"/>
              </a:cxn>
              <a:cxn ang="0">
                <a:pos x="35" y="44"/>
              </a:cxn>
              <a:cxn ang="0">
                <a:pos x="35" y="56"/>
              </a:cxn>
              <a:cxn ang="0">
                <a:pos x="56" y="42"/>
              </a:cxn>
              <a:cxn ang="0">
                <a:pos x="58" y="37"/>
              </a:cxn>
              <a:cxn ang="0">
                <a:pos x="58" y="28"/>
              </a:cxn>
              <a:cxn ang="0">
                <a:pos x="51" y="32"/>
              </a:cxn>
              <a:cxn ang="0">
                <a:pos x="58" y="37"/>
              </a:cxn>
            </a:cxnLst>
            <a:rect l="0" t="0" r="r" b="b"/>
            <a:pathLst>
              <a:path w="64" h="64">
                <a:moveTo>
                  <a:pt x="64" y="42"/>
                </a:moveTo>
                <a:cubicBezTo>
                  <a:pt x="64" y="43"/>
                  <a:pt x="63" y="44"/>
                  <a:pt x="63" y="44"/>
                </a:cubicBezTo>
                <a:cubicBezTo>
                  <a:pt x="33" y="64"/>
                  <a:pt x="33" y="64"/>
                  <a:pt x="33" y="64"/>
                </a:cubicBezTo>
                <a:cubicBezTo>
                  <a:pt x="33" y="64"/>
                  <a:pt x="32" y="64"/>
                  <a:pt x="32" y="64"/>
                </a:cubicBezTo>
                <a:cubicBezTo>
                  <a:pt x="31" y="64"/>
                  <a:pt x="31" y="64"/>
                  <a:pt x="30" y="6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3"/>
                  <a:pt x="0" y="42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2"/>
                  <a:pt x="0" y="21"/>
                  <a:pt x="1" y="20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1"/>
                  <a:pt x="31" y="0"/>
                  <a:pt x="32" y="0"/>
                </a:cubicBezTo>
                <a:cubicBezTo>
                  <a:pt x="32" y="0"/>
                  <a:pt x="33" y="1"/>
                  <a:pt x="33" y="1"/>
                </a:cubicBezTo>
                <a:cubicBezTo>
                  <a:pt x="63" y="20"/>
                  <a:pt x="63" y="20"/>
                  <a:pt x="63" y="20"/>
                </a:cubicBezTo>
                <a:cubicBezTo>
                  <a:pt x="63" y="21"/>
                  <a:pt x="64" y="22"/>
                  <a:pt x="64" y="23"/>
                </a:cubicBezTo>
                <a:lnTo>
                  <a:pt x="64" y="42"/>
                </a:lnTo>
                <a:close/>
                <a:moveTo>
                  <a:pt x="12" y="32"/>
                </a:moveTo>
                <a:cubicBezTo>
                  <a:pt x="5" y="28"/>
                  <a:pt x="5" y="28"/>
                  <a:pt x="5" y="28"/>
                </a:cubicBezTo>
                <a:cubicBezTo>
                  <a:pt x="5" y="37"/>
                  <a:pt x="5" y="37"/>
                  <a:pt x="5" y="37"/>
                </a:cubicBezTo>
                <a:lnTo>
                  <a:pt x="12" y="32"/>
                </a:lnTo>
                <a:close/>
                <a:moveTo>
                  <a:pt x="29" y="21"/>
                </a:moveTo>
                <a:cubicBezTo>
                  <a:pt x="29" y="8"/>
                  <a:pt x="29" y="8"/>
                  <a:pt x="29" y="8"/>
                </a:cubicBezTo>
                <a:cubicBezTo>
                  <a:pt x="7" y="23"/>
                  <a:pt x="7" y="23"/>
                  <a:pt x="7" y="23"/>
                </a:cubicBezTo>
                <a:cubicBezTo>
                  <a:pt x="17" y="29"/>
                  <a:pt x="17" y="29"/>
                  <a:pt x="17" y="29"/>
                </a:cubicBezTo>
                <a:lnTo>
                  <a:pt x="29" y="21"/>
                </a:lnTo>
                <a:close/>
                <a:moveTo>
                  <a:pt x="29" y="56"/>
                </a:moveTo>
                <a:cubicBezTo>
                  <a:pt x="29" y="44"/>
                  <a:pt x="29" y="44"/>
                  <a:pt x="29" y="44"/>
                </a:cubicBezTo>
                <a:cubicBezTo>
                  <a:pt x="17" y="36"/>
                  <a:pt x="17" y="36"/>
                  <a:pt x="17" y="36"/>
                </a:cubicBezTo>
                <a:cubicBezTo>
                  <a:pt x="7" y="42"/>
                  <a:pt x="7" y="42"/>
                  <a:pt x="7" y="42"/>
                </a:cubicBezTo>
                <a:lnTo>
                  <a:pt x="29" y="56"/>
                </a:lnTo>
                <a:close/>
                <a:moveTo>
                  <a:pt x="41" y="32"/>
                </a:moveTo>
                <a:cubicBezTo>
                  <a:pt x="32" y="26"/>
                  <a:pt x="32" y="26"/>
                  <a:pt x="32" y="26"/>
                </a:cubicBezTo>
                <a:cubicBezTo>
                  <a:pt x="22" y="32"/>
                  <a:pt x="22" y="32"/>
                  <a:pt x="22" y="32"/>
                </a:cubicBezTo>
                <a:cubicBezTo>
                  <a:pt x="32" y="39"/>
                  <a:pt x="32" y="39"/>
                  <a:pt x="32" y="39"/>
                </a:cubicBezTo>
                <a:lnTo>
                  <a:pt x="41" y="32"/>
                </a:lnTo>
                <a:close/>
                <a:moveTo>
                  <a:pt x="56" y="23"/>
                </a:moveTo>
                <a:cubicBezTo>
                  <a:pt x="35" y="8"/>
                  <a:pt x="35" y="8"/>
                  <a:pt x="35" y="8"/>
                </a:cubicBezTo>
                <a:cubicBezTo>
                  <a:pt x="35" y="21"/>
                  <a:pt x="35" y="21"/>
                  <a:pt x="35" y="21"/>
                </a:cubicBezTo>
                <a:cubicBezTo>
                  <a:pt x="46" y="29"/>
                  <a:pt x="46" y="29"/>
                  <a:pt x="46" y="29"/>
                </a:cubicBezTo>
                <a:lnTo>
                  <a:pt x="56" y="23"/>
                </a:lnTo>
                <a:close/>
                <a:moveTo>
                  <a:pt x="56" y="42"/>
                </a:moveTo>
                <a:cubicBezTo>
                  <a:pt x="46" y="36"/>
                  <a:pt x="46" y="36"/>
                  <a:pt x="46" y="36"/>
                </a:cubicBezTo>
                <a:cubicBezTo>
                  <a:pt x="35" y="44"/>
                  <a:pt x="35" y="44"/>
                  <a:pt x="35" y="44"/>
                </a:cubicBezTo>
                <a:cubicBezTo>
                  <a:pt x="35" y="56"/>
                  <a:pt x="35" y="56"/>
                  <a:pt x="35" y="56"/>
                </a:cubicBezTo>
                <a:lnTo>
                  <a:pt x="56" y="42"/>
                </a:lnTo>
                <a:close/>
                <a:moveTo>
                  <a:pt x="58" y="37"/>
                </a:moveTo>
                <a:cubicBezTo>
                  <a:pt x="58" y="28"/>
                  <a:pt x="58" y="28"/>
                  <a:pt x="58" y="28"/>
                </a:cubicBezTo>
                <a:cubicBezTo>
                  <a:pt x="51" y="32"/>
                  <a:pt x="51" y="32"/>
                  <a:pt x="51" y="32"/>
                </a:cubicBezTo>
                <a:lnTo>
                  <a:pt x="58" y="3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288896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Puzz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77"/>
          <p:cNvSpPr>
            <a:spLocks/>
          </p:cNvSpPr>
          <p:nvPr userDrawn="1"/>
        </p:nvSpPr>
        <p:spPr bwMode="auto">
          <a:xfrm rot="20133226">
            <a:off x="5329055" y="1240368"/>
            <a:ext cx="1533892" cy="1532467"/>
          </a:xfrm>
          <a:custGeom>
            <a:avLst/>
            <a:gdLst/>
            <a:ahLst/>
            <a:cxnLst>
              <a:cxn ang="0">
                <a:pos x="183" y="216"/>
              </a:cxn>
              <a:cxn ang="0">
                <a:pos x="256" y="180"/>
              </a:cxn>
              <a:cxn ang="0">
                <a:pos x="217" y="88"/>
              </a:cxn>
              <a:cxn ang="0">
                <a:pos x="385" y="88"/>
              </a:cxn>
              <a:cxn ang="0">
                <a:pos x="347" y="180"/>
              </a:cxn>
              <a:cxn ang="0">
                <a:pos x="420" y="216"/>
              </a:cxn>
              <a:cxn ang="0">
                <a:pos x="603" y="216"/>
              </a:cxn>
              <a:cxn ang="0">
                <a:pos x="603" y="399"/>
              </a:cxn>
              <a:cxn ang="0">
                <a:pos x="638" y="472"/>
              </a:cxn>
              <a:cxn ang="0">
                <a:pos x="731" y="433"/>
              </a:cxn>
              <a:cxn ang="0">
                <a:pos x="731" y="601"/>
              </a:cxn>
              <a:cxn ang="0">
                <a:pos x="638" y="563"/>
              </a:cxn>
              <a:cxn ang="0">
                <a:pos x="603" y="636"/>
              </a:cxn>
              <a:cxn ang="0">
                <a:pos x="603" y="819"/>
              </a:cxn>
              <a:cxn ang="0">
                <a:pos x="420" y="819"/>
              </a:cxn>
              <a:cxn ang="0">
                <a:pos x="347" y="784"/>
              </a:cxn>
              <a:cxn ang="0">
                <a:pos x="385" y="691"/>
              </a:cxn>
              <a:cxn ang="0">
                <a:pos x="217" y="691"/>
              </a:cxn>
              <a:cxn ang="0">
                <a:pos x="256" y="784"/>
              </a:cxn>
              <a:cxn ang="0">
                <a:pos x="183" y="819"/>
              </a:cxn>
              <a:cxn ang="0">
                <a:pos x="0" y="819"/>
              </a:cxn>
              <a:cxn ang="0">
                <a:pos x="0" y="636"/>
              </a:cxn>
              <a:cxn ang="0">
                <a:pos x="35" y="563"/>
              </a:cxn>
              <a:cxn ang="0">
                <a:pos x="128" y="601"/>
              </a:cxn>
              <a:cxn ang="0">
                <a:pos x="128" y="433"/>
              </a:cxn>
              <a:cxn ang="0">
                <a:pos x="35" y="472"/>
              </a:cxn>
              <a:cxn ang="0">
                <a:pos x="0" y="399"/>
              </a:cxn>
              <a:cxn ang="0">
                <a:pos x="0" y="216"/>
              </a:cxn>
              <a:cxn ang="0">
                <a:pos x="183" y="216"/>
              </a:cxn>
            </a:cxnLst>
            <a:rect l="0" t="0" r="r" b="b"/>
            <a:pathLst>
              <a:path w="819" h="819">
                <a:moveTo>
                  <a:pt x="183" y="216"/>
                </a:moveTo>
                <a:cubicBezTo>
                  <a:pt x="249" y="216"/>
                  <a:pt x="264" y="200"/>
                  <a:pt x="256" y="180"/>
                </a:cubicBezTo>
                <a:cubicBezTo>
                  <a:pt x="239" y="144"/>
                  <a:pt x="209" y="139"/>
                  <a:pt x="217" y="88"/>
                </a:cubicBezTo>
                <a:cubicBezTo>
                  <a:pt x="231" y="0"/>
                  <a:pt x="372" y="0"/>
                  <a:pt x="385" y="88"/>
                </a:cubicBezTo>
                <a:cubicBezTo>
                  <a:pt x="393" y="139"/>
                  <a:pt x="364" y="144"/>
                  <a:pt x="347" y="180"/>
                </a:cubicBezTo>
                <a:cubicBezTo>
                  <a:pt x="338" y="200"/>
                  <a:pt x="354" y="216"/>
                  <a:pt x="420" y="216"/>
                </a:cubicBezTo>
                <a:cubicBezTo>
                  <a:pt x="603" y="216"/>
                  <a:pt x="603" y="216"/>
                  <a:pt x="603" y="216"/>
                </a:cubicBezTo>
                <a:cubicBezTo>
                  <a:pt x="603" y="399"/>
                  <a:pt x="603" y="399"/>
                  <a:pt x="603" y="399"/>
                </a:cubicBezTo>
                <a:cubicBezTo>
                  <a:pt x="603" y="465"/>
                  <a:pt x="619" y="480"/>
                  <a:pt x="638" y="472"/>
                </a:cubicBezTo>
                <a:cubicBezTo>
                  <a:pt x="675" y="455"/>
                  <a:pt x="680" y="425"/>
                  <a:pt x="731" y="433"/>
                </a:cubicBezTo>
                <a:cubicBezTo>
                  <a:pt x="819" y="447"/>
                  <a:pt x="819" y="588"/>
                  <a:pt x="731" y="601"/>
                </a:cubicBezTo>
                <a:cubicBezTo>
                  <a:pt x="680" y="609"/>
                  <a:pt x="675" y="580"/>
                  <a:pt x="638" y="563"/>
                </a:cubicBezTo>
                <a:cubicBezTo>
                  <a:pt x="619" y="554"/>
                  <a:pt x="603" y="570"/>
                  <a:pt x="603" y="636"/>
                </a:cubicBezTo>
                <a:cubicBezTo>
                  <a:pt x="603" y="819"/>
                  <a:pt x="603" y="819"/>
                  <a:pt x="603" y="819"/>
                </a:cubicBezTo>
                <a:cubicBezTo>
                  <a:pt x="420" y="819"/>
                  <a:pt x="420" y="819"/>
                  <a:pt x="420" y="819"/>
                </a:cubicBezTo>
                <a:cubicBezTo>
                  <a:pt x="354" y="819"/>
                  <a:pt x="338" y="803"/>
                  <a:pt x="347" y="784"/>
                </a:cubicBezTo>
                <a:cubicBezTo>
                  <a:pt x="364" y="747"/>
                  <a:pt x="393" y="742"/>
                  <a:pt x="385" y="691"/>
                </a:cubicBezTo>
                <a:cubicBezTo>
                  <a:pt x="372" y="603"/>
                  <a:pt x="231" y="603"/>
                  <a:pt x="217" y="691"/>
                </a:cubicBezTo>
                <a:cubicBezTo>
                  <a:pt x="209" y="742"/>
                  <a:pt x="239" y="747"/>
                  <a:pt x="256" y="784"/>
                </a:cubicBezTo>
                <a:cubicBezTo>
                  <a:pt x="264" y="803"/>
                  <a:pt x="249" y="819"/>
                  <a:pt x="183" y="819"/>
                </a:cubicBezTo>
                <a:cubicBezTo>
                  <a:pt x="0" y="819"/>
                  <a:pt x="0" y="819"/>
                  <a:pt x="0" y="819"/>
                </a:cubicBezTo>
                <a:cubicBezTo>
                  <a:pt x="0" y="636"/>
                  <a:pt x="0" y="636"/>
                  <a:pt x="0" y="636"/>
                </a:cubicBezTo>
                <a:cubicBezTo>
                  <a:pt x="0" y="570"/>
                  <a:pt x="16" y="554"/>
                  <a:pt x="35" y="563"/>
                </a:cubicBezTo>
                <a:cubicBezTo>
                  <a:pt x="72" y="580"/>
                  <a:pt x="76" y="609"/>
                  <a:pt x="128" y="601"/>
                </a:cubicBezTo>
                <a:cubicBezTo>
                  <a:pt x="216" y="588"/>
                  <a:pt x="216" y="447"/>
                  <a:pt x="128" y="433"/>
                </a:cubicBezTo>
                <a:cubicBezTo>
                  <a:pt x="76" y="425"/>
                  <a:pt x="72" y="455"/>
                  <a:pt x="35" y="472"/>
                </a:cubicBezTo>
                <a:cubicBezTo>
                  <a:pt x="16" y="480"/>
                  <a:pt x="0" y="465"/>
                  <a:pt x="0" y="399"/>
                </a:cubicBezTo>
                <a:cubicBezTo>
                  <a:pt x="0" y="216"/>
                  <a:pt x="0" y="216"/>
                  <a:pt x="0" y="216"/>
                </a:cubicBezTo>
                <a:lnTo>
                  <a:pt x="183" y="216"/>
                </a:lnTo>
                <a:close/>
              </a:path>
            </a:pathLst>
          </a:custGeom>
          <a:solidFill>
            <a:schemeClr val="bg1"/>
          </a:solidFill>
          <a:ln w="19050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012891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Netwo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66"/>
          <p:cNvSpPr>
            <a:spLocks noEditPoints="1"/>
          </p:cNvSpPr>
          <p:nvPr userDrawn="1"/>
        </p:nvSpPr>
        <p:spPr bwMode="auto">
          <a:xfrm>
            <a:off x="5577490" y="1594470"/>
            <a:ext cx="1037021" cy="1211311"/>
          </a:xfrm>
          <a:custGeom>
            <a:avLst/>
            <a:gdLst/>
            <a:ahLst/>
            <a:cxnLst>
              <a:cxn ang="0">
                <a:pos x="55" y="9"/>
              </a:cxn>
              <a:cxn ang="0">
                <a:pos x="55" y="14"/>
              </a:cxn>
              <a:cxn ang="0">
                <a:pos x="27" y="23"/>
              </a:cxn>
              <a:cxn ang="0">
                <a:pos x="0" y="14"/>
              </a:cxn>
              <a:cxn ang="0">
                <a:pos x="0" y="9"/>
              </a:cxn>
              <a:cxn ang="0">
                <a:pos x="27" y="0"/>
              </a:cxn>
              <a:cxn ang="0">
                <a:pos x="55" y="9"/>
              </a:cxn>
              <a:cxn ang="0">
                <a:pos x="55" y="21"/>
              </a:cxn>
              <a:cxn ang="0">
                <a:pos x="55" y="27"/>
              </a:cxn>
              <a:cxn ang="0">
                <a:pos x="27" y="37"/>
              </a:cxn>
              <a:cxn ang="0">
                <a:pos x="0" y="27"/>
              </a:cxn>
              <a:cxn ang="0">
                <a:pos x="0" y="21"/>
              </a:cxn>
              <a:cxn ang="0">
                <a:pos x="27" y="27"/>
              </a:cxn>
              <a:cxn ang="0">
                <a:pos x="55" y="21"/>
              </a:cxn>
              <a:cxn ang="0">
                <a:pos x="55" y="35"/>
              </a:cxn>
              <a:cxn ang="0">
                <a:pos x="55" y="41"/>
              </a:cxn>
              <a:cxn ang="0">
                <a:pos x="27" y="50"/>
              </a:cxn>
              <a:cxn ang="0">
                <a:pos x="0" y="41"/>
              </a:cxn>
              <a:cxn ang="0">
                <a:pos x="0" y="35"/>
              </a:cxn>
              <a:cxn ang="0">
                <a:pos x="27" y="41"/>
              </a:cxn>
              <a:cxn ang="0">
                <a:pos x="55" y="35"/>
              </a:cxn>
              <a:cxn ang="0">
                <a:pos x="55" y="49"/>
              </a:cxn>
              <a:cxn ang="0">
                <a:pos x="55" y="55"/>
              </a:cxn>
              <a:cxn ang="0">
                <a:pos x="27" y="64"/>
              </a:cxn>
              <a:cxn ang="0">
                <a:pos x="0" y="55"/>
              </a:cxn>
              <a:cxn ang="0">
                <a:pos x="0" y="49"/>
              </a:cxn>
              <a:cxn ang="0">
                <a:pos x="27" y="55"/>
              </a:cxn>
              <a:cxn ang="0">
                <a:pos x="55" y="49"/>
              </a:cxn>
            </a:cxnLst>
            <a:rect l="0" t="0" r="r" b="b"/>
            <a:pathLst>
              <a:path w="55" h="64">
                <a:moveTo>
                  <a:pt x="55" y="9"/>
                </a:moveTo>
                <a:cubicBezTo>
                  <a:pt x="55" y="14"/>
                  <a:pt x="55" y="14"/>
                  <a:pt x="55" y="14"/>
                </a:cubicBezTo>
                <a:cubicBezTo>
                  <a:pt x="55" y="19"/>
                  <a:pt x="42" y="23"/>
                  <a:pt x="27" y="23"/>
                </a:cubicBezTo>
                <a:cubicBezTo>
                  <a:pt x="12" y="23"/>
                  <a:pt x="0" y="19"/>
                  <a:pt x="0" y="14"/>
                </a:cubicBezTo>
                <a:cubicBezTo>
                  <a:pt x="0" y="9"/>
                  <a:pt x="0" y="9"/>
                  <a:pt x="0" y="9"/>
                </a:cubicBezTo>
                <a:cubicBezTo>
                  <a:pt x="0" y="4"/>
                  <a:pt x="12" y="0"/>
                  <a:pt x="27" y="0"/>
                </a:cubicBezTo>
                <a:cubicBezTo>
                  <a:pt x="42" y="0"/>
                  <a:pt x="55" y="4"/>
                  <a:pt x="55" y="9"/>
                </a:cubicBezTo>
                <a:close/>
                <a:moveTo>
                  <a:pt x="55" y="21"/>
                </a:moveTo>
                <a:cubicBezTo>
                  <a:pt x="55" y="27"/>
                  <a:pt x="55" y="27"/>
                  <a:pt x="55" y="27"/>
                </a:cubicBezTo>
                <a:cubicBezTo>
                  <a:pt x="55" y="32"/>
                  <a:pt x="42" y="37"/>
                  <a:pt x="27" y="37"/>
                </a:cubicBezTo>
                <a:cubicBezTo>
                  <a:pt x="12" y="37"/>
                  <a:pt x="0" y="32"/>
                  <a:pt x="0" y="27"/>
                </a:cubicBezTo>
                <a:cubicBezTo>
                  <a:pt x="0" y="21"/>
                  <a:pt x="0" y="21"/>
                  <a:pt x="0" y="21"/>
                </a:cubicBezTo>
                <a:cubicBezTo>
                  <a:pt x="6" y="25"/>
                  <a:pt x="16" y="27"/>
                  <a:pt x="27" y="27"/>
                </a:cubicBezTo>
                <a:cubicBezTo>
                  <a:pt x="38" y="27"/>
                  <a:pt x="49" y="25"/>
                  <a:pt x="55" y="21"/>
                </a:cubicBezTo>
                <a:close/>
                <a:moveTo>
                  <a:pt x="55" y="35"/>
                </a:moveTo>
                <a:cubicBezTo>
                  <a:pt x="55" y="41"/>
                  <a:pt x="55" y="41"/>
                  <a:pt x="55" y="41"/>
                </a:cubicBezTo>
                <a:cubicBezTo>
                  <a:pt x="55" y="46"/>
                  <a:pt x="42" y="50"/>
                  <a:pt x="27" y="50"/>
                </a:cubicBezTo>
                <a:cubicBezTo>
                  <a:pt x="12" y="50"/>
                  <a:pt x="0" y="46"/>
                  <a:pt x="0" y="41"/>
                </a:cubicBezTo>
                <a:cubicBezTo>
                  <a:pt x="0" y="35"/>
                  <a:pt x="0" y="35"/>
                  <a:pt x="0" y="35"/>
                </a:cubicBezTo>
                <a:cubicBezTo>
                  <a:pt x="6" y="39"/>
                  <a:pt x="16" y="41"/>
                  <a:pt x="27" y="41"/>
                </a:cubicBezTo>
                <a:cubicBezTo>
                  <a:pt x="38" y="41"/>
                  <a:pt x="49" y="39"/>
                  <a:pt x="55" y="35"/>
                </a:cubicBezTo>
                <a:close/>
                <a:moveTo>
                  <a:pt x="55" y="49"/>
                </a:moveTo>
                <a:cubicBezTo>
                  <a:pt x="55" y="55"/>
                  <a:pt x="55" y="55"/>
                  <a:pt x="55" y="55"/>
                </a:cubicBezTo>
                <a:cubicBezTo>
                  <a:pt x="55" y="60"/>
                  <a:pt x="42" y="64"/>
                  <a:pt x="27" y="64"/>
                </a:cubicBezTo>
                <a:cubicBezTo>
                  <a:pt x="12" y="64"/>
                  <a:pt x="0" y="60"/>
                  <a:pt x="0" y="55"/>
                </a:cubicBezTo>
                <a:cubicBezTo>
                  <a:pt x="0" y="49"/>
                  <a:pt x="0" y="49"/>
                  <a:pt x="0" y="49"/>
                </a:cubicBezTo>
                <a:cubicBezTo>
                  <a:pt x="6" y="53"/>
                  <a:pt x="16" y="55"/>
                  <a:pt x="27" y="55"/>
                </a:cubicBezTo>
                <a:cubicBezTo>
                  <a:pt x="38" y="55"/>
                  <a:pt x="49" y="53"/>
                  <a:pt x="55" y="4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4190915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1"/>
          <p:cNvSpPr>
            <a:spLocks noEditPoints="1"/>
          </p:cNvSpPr>
          <p:nvPr userDrawn="1"/>
        </p:nvSpPr>
        <p:spPr bwMode="auto">
          <a:xfrm>
            <a:off x="5339411" y="1667934"/>
            <a:ext cx="1513180" cy="1002709"/>
          </a:xfrm>
          <a:custGeom>
            <a:avLst/>
            <a:gdLst/>
            <a:ahLst/>
            <a:cxnLst>
              <a:cxn ang="0">
                <a:pos x="77" y="43"/>
              </a:cxn>
              <a:cxn ang="0">
                <a:pos x="77" y="47"/>
              </a:cxn>
              <a:cxn ang="0">
                <a:pos x="70" y="51"/>
              </a:cxn>
              <a:cxn ang="0">
                <a:pos x="6" y="51"/>
              </a:cxn>
              <a:cxn ang="0">
                <a:pos x="0" y="47"/>
              </a:cxn>
              <a:cxn ang="0">
                <a:pos x="0" y="43"/>
              </a:cxn>
              <a:cxn ang="0">
                <a:pos x="6" y="43"/>
              </a:cxn>
              <a:cxn ang="0">
                <a:pos x="70" y="43"/>
              </a:cxn>
              <a:cxn ang="0">
                <a:pos x="77" y="43"/>
              </a:cxn>
              <a:cxn ang="0">
                <a:pos x="10" y="34"/>
              </a:cxn>
              <a:cxn ang="0">
                <a:pos x="10" y="6"/>
              </a:cxn>
              <a:cxn ang="0">
                <a:pos x="16" y="0"/>
              </a:cxn>
              <a:cxn ang="0">
                <a:pos x="60" y="0"/>
              </a:cxn>
              <a:cxn ang="0">
                <a:pos x="67" y="6"/>
              </a:cxn>
              <a:cxn ang="0">
                <a:pos x="67" y="34"/>
              </a:cxn>
              <a:cxn ang="0">
                <a:pos x="60" y="41"/>
              </a:cxn>
              <a:cxn ang="0">
                <a:pos x="16" y="41"/>
              </a:cxn>
              <a:cxn ang="0">
                <a:pos x="10" y="34"/>
              </a:cxn>
              <a:cxn ang="0">
                <a:pos x="15" y="34"/>
              </a:cxn>
              <a:cxn ang="0">
                <a:pos x="16" y="36"/>
              </a:cxn>
              <a:cxn ang="0">
                <a:pos x="60" y="36"/>
              </a:cxn>
              <a:cxn ang="0">
                <a:pos x="61" y="34"/>
              </a:cxn>
              <a:cxn ang="0">
                <a:pos x="61" y="6"/>
              </a:cxn>
              <a:cxn ang="0">
                <a:pos x="60" y="5"/>
              </a:cxn>
              <a:cxn ang="0">
                <a:pos x="16" y="5"/>
              </a:cxn>
              <a:cxn ang="0">
                <a:pos x="15" y="6"/>
              </a:cxn>
              <a:cxn ang="0">
                <a:pos x="15" y="34"/>
              </a:cxn>
              <a:cxn ang="0">
                <a:pos x="42" y="47"/>
              </a:cxn>
              <a:cxn ang="0">
                <a:pos x="42" y="46"/>
              </a:cxn>
              <a:cxn ang="0">
                <a:pos x="35" y="46"/>
              </a:cxn>
              <a:cxn ang="0">
                <a:pos x="34" y="47"/>
              </a:cxn>
              <a:cxn ang="0">
                <a:pos x="35" y="47"/>
              </a:cxn>
              <a:cxn ang="0">
                <a:pos x="42" y="47"/>
              </a:cxn>
              <a:cxn ang="0">
                <a:pos x="42" y="47"/>
              </a:cxn>
            </a:cxnLst>
            <a:rect l="0" t="0" r="r" b="b"/>
            <a:pathLst>
              <a:path w="77" h="51">
                <a:moveTo>
                  <a:pt x="77" y="43"/>
                </a:moveTo>
                <a:cubicBezTo>
                  <a:pt x="77" y="47"/>
                  <a:pt x="77" y="47"/>
                  <a:pt x="77" y="47"/>
                </a:cubicBezTo>
                <a:cubicBezTo>
                  <a:pt x="77" y="49"/>
                  <a:pt x="74" y="51"/>
                  <a:pt x="70" y="51"/>
                </a:cubicBezTo>
                <a:cubicBezTo>
                  <a:pt x="6" y="51"/>
                  <a:pt x="6" y="51"/>
                  <a:pt x="6" y="51"/>
                </a:cubicBezTo>
                <a:cubicBezTo>
                  <a:pt x="3" y="51"/>
                  <a:pt x="0" y="49"/>
                  <a:pt x="0" y="47"/>
                </a:cubicBezTo>
                <a:cubicBezTo>
                  <a:pt x="0" y="43"/>
                  <a:pt x="0" y="43"/>
                  <a:pt x="0" y="43"/>
                </a:cubicBezTo>
                <a:cubicBezTo>
                  <a:pt x="6" y="43"/>
                  <a:pt x="6" y="43"/>
                  <a:pt x="6" y="43"/>
                </a:cubicBezTo>
                <a:cubicBezTo>
                  <a:pt x="70" y="43"/>
                  <a:pt x="70" y="43"/>
                  <a:pt x="70" y="43"/>
                </a:cubicBezTo>
                <a:lnTo>
                  <a:pt x="77" y="43"/>
                </a:lnTo>
                <a:close/>
                <a:moveTo>
                  <a:pt x="10" y="34"/>
                </a:moveTo>
                <a:cubicBezTo>
                  <a:pt x="10" y="6"/>
                  <a:pt x="10" y="6"/>
                  <a:pt x="10" y="6"/>
                </a:cubicBezTo>
                <a:cubicBezTo>
                  <a:pt x="10" y="2"/>
                  <a:pt x="13" y="0"/>
                  <a:pt x="16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4" y="0"/>
                  <a:pt x="67" y="2"/>
                  <a:pt x="67" y="6"/>
                </a:cubicBezTo>
                <a:cubicBezTo>
                  <a:pt x="67" y="34"/>
                  <a:pt x="67" y="34"/>
                  <a:pt x="67" y="34"/>
                </a:cubicBezTo>
                <a:cubicBezTo>
                  <a:pt x="67" y="38"/>
                  <a:pt x="64" y="41"/>
                  <a:pt x="60" y="41"/>
                </a:cubicBezTo>
                <a:cubicBezTo>
                  <a:pt x="16" y="41"/>
                  <a:pt x="16" y="41"/>
                  <a:pt x="16" y="41"/>
                </a:cubicBezTo>
                <a:cubicBezTo>
                  <a:pt x="13" y="41"/>
                  <a:pt x="10" y="38"/>
                  <a:pt x="10" y="34"/>
                </a:cubicBezTo>
                <a:close/>
                <a:moveTo>
                  <a:pt x="15" y="34"/>
                </a:moveTo>
                <a:cubicBezTo>
                  <a:pt x="15" y="35"/>
                  <a:pt x="16" y="36"/>
                  <a:pt x="16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1" y="36"/>
                  <a:pt x="61" y="35"/>
                  <a:pt x="61" y="34"/>
                </a:cubicBezTo>
                <a:cubicBezTo>
                  <a:pt x="61" y="6"/>
                  <a:pt x="61" y="6"/>
                  <a:pt x="61" y="6"/>
                </a:cubicBezTo>
                <a:cubicBezTo>
                  <a:pt x="61" y="5"/>
                  <a:pt x="61" y="5"/>
                  <a:pt x="60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5"/>
                  <a:pt x="15" y="6"/>
                </a:cubicBezTo>
                <a:lnTo>
                  <a:pt x="15" y="34"/>
                </a:lnTo>
                <a:close/>
                <a:moveTo>
                  <a:pt x="42" y="47"/>
                </a:moveTo>
                <a:cubicBezTo>
                  <a:pt x="42" y="46"/>
                  <a:pt x="42" y="46"/>
                  <a:pt x="42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35" y="46"/>
                  <a:pt x="34" y="46"/>
                  <a:pt x="34" y="47"/>
                </a:cubicBezTo>
                <a:cubicBezTo>
                  <a:pt x="34" y="47"/>
                  <a:pt x="35" y="47"/>
                  <a:pt x="35" y="47"/>
                </a:cubicBezTo>
                <a:cubicBezTo>
                  <a:pt x="42" y="47"/>
                  <a:pt x="42" y="47"/>
                  <a:pt x="42" y="47"/>
                </a:cubicBezTo>
                <a:cubicBezTo>
                  <a:pt x="42" y="47"/>
                  <a:pt x="42" y="47"/>
                  <a:pt x="42" y="4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682214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Da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7"/>
          <p:cNvSpPr>
            <a:spLocks noEditPoints="1"/>
          </p:cNvSpPr>
          <p:nvPr userDrawn="1"/>
        </p:nvSpPr>
        <p:spPr bwMode="auto">
          <a:xfrm rot="16200000">
            <a:off x="5457169" y="1600199"/>
            <a:ext cx="1277665" cy="992716"/>
          </a:xfrm>
          <a:custGeom>
            <a:avLst/>
            <a:gdLst/>
            <a:ahLst/>
            <a:cxnLst>
              <a:cxn ang="0">
                <a:pos x="45" y="7"/>
              </a:cxn>
              <a:cxn ang="0">
                <a:pos x="43" y="9"/>
              </a:cxn>
              <a:cxn ang="0">
                <a:pos x="2" y="9"/>
              </a:cxn>
              <a:cxn ang="0">
                <a:pos x="0" y="7"/>
              </a:cxn>
              <a:cxn ang="0">
                <a:pos x="0" y="2"/>
              </a:cxn>
              <a:cxn ang="0">
                <a:pos x="2" y="0"/>
              </a:cxn>
              <a:cxn ang="0">
                <a:pos x="43" y="0"/>
              </a:cxn>
              <a:cxn ang="0">
                <a:pos x="45" y="2"/>
              </a:cxn>
              <a:cxn ang="0">
                <a:pos x="45" y="7"/>
              </a:cxn>
              <a:cxn ang="0">
                <a:pos x="59" y="20"/>
              </a:cxn>
              <a:cxn ang="0">
                <a:pos x="57" y="23"/>
              </a:cxn>
              <a:cxn ang="0">
                <a:pos x="2" y="23"/>
              </a:cxn>
              <a:cxn ang="0">
                <a:pos x="0" y="20"/>
              </a:cxn>
              <a:cxn ang="0">
                <a:pos x="0" y="16"/>
              </a:cxn>
              <a:cxn ang="0">
                <a:pos x="2" y="13"/>
              </a:cxn>
              <a:cxn ang="0">
                <a:pos x="57" y="13"/>
              </a:cxn>
              <a:cxn ang="0">
                <a:pos x="59" y="16"/>
              </a:cxn>
              <a:cxn ang="0">
                <a:pos x="59" y="20"/>
              </a:cxn>
              <a:cxn ang="0">
                <a:pos x="50" y="34"/>
              </a:cxn>
              <a:cxn ang="0">
                <a:pos x="48" y="36"/>
              </a:cxn>
              <a:cxn ang="0">
                <a:pos x="2" y="36"/>
              </a:cxn>
              <a:cxn ang="0">
                <a:pos x="0" y="34"/>
              </a:cxn>
              <a:cxn ang="0">
                <a:pos x="0" y="29"/>
              </a:cxn>
              <a:cxn ang="0">
                <a:pos x="2" y="27"/>
              </a:cxn>
              <a:cxn ang="0">
                <a:pos x="48" y="27"/>
              </a:cxn>
              <a:cxn ang="0">
                <a:pos x="50" y="29"/>
              </a:cxn>
              <a:cxn ang="0">
                <a:pos x="50" y="34"/>
              </a:cxn>
              <a:cxn ang="0">
                <a:pos x="64" y="48"/>
              </a:cxn>
              <a:cxn ang="0">
                <a:pos x="61" y="50"/>
              </a:cxn>
              <a:cxn ang="0">
                <a:pos x="2" y="50"/>
              </a:cxn>
              <a:cxn ang="0">
                <a:pos x="0" y="48"/>
              </a:cxn>
              <a:cxn ang="0">
                <a:pos x="0" y="43"/>
              </a:cxn>
              <a:cxn ang="0">
                <a:pos x="2" y="41"/>
              </a:cxn>
              <a:cxn ang="0">
                <a:pos x="61" y="41"/>
              </a:cxn>
              <a:cxn ang="0">
                <a:pos x="64" y="43"/>
              </a:cxn>
              <a:cxn ang="0">
                <a:pos x="64" y="48"/>
              </a:cxn>
            </a:cxnLst>
            <a:rect l="0" t="0" r="r" b="b"/>
            <a:pathLst>
              <a:path w="64" h="50">
                <a:moveTo>
                  <a:pt x="45" y="7"/>
                </a:moveTo>
                <a:cubicBezTo>
                  <a:pt x="45" y="8"/>
                  <a:pt x="44" y="9"/>
                  <a:pt x="43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9"/>
                  <a:pt x="0" y="8"/>
                  <a:pt x="0" y="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5" y="1"/>
                  <a:pt x="45" y="2"/>
                </a:cubicBezTo>
                <a:lnTo>
                  <a:pt x="45" y="7"/>
                </a:lnTo>
                <a:close/>
                <a:moveTo>
                  <a:pt x="59" y="20"/>
                </a:moveTo>
                <a:cubicBezTo>
                  <a:pt x="59" y="22"/>
                  <a:pt x="58" y="23"/>
                  <a:pt x="57" y="23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3"/>
                  <a:pt x="0" y="22"/>
                  <a:pt x="0" y="20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4"/>
                  <a:pt x="1" y="13"/>
                  <a:pt x="2" y="13"/>
                </a:cubicBezTo>
                <a:cubicBezTo>
                  <a:pt x="57" y="13"/>
                  <a:pt x="57" y="13"/>
                  <a:pt x="57" y="13"/>
                </a:cubicBezTo>
                <a:cubicBezTo>
                  <a:pt x="58" y="13"/>
                  <a:pt x="59" y="14"/>
                  <a:pt x="59" y="16"/>
                </a:cubicBezTo>
                <a:lnTo>
                  <a:pt x="59" y="20"/>
                </a:lnTo>
                <a:close/>
                <a:moveTo>
                  <a:pt x="50" y="34"/>
                </a:moveTo>
                <a:cubicBezTo>
                  <a:pt x="50" y="35"/>
                  <a:pt x="49" y="36"/>
                  <a:pt x="48" y="36"/>
                </a:cubicBezTo>
                <a:cubicBezTo>
                  <a:pt x="2" y="36"/>
                  <a:pt x="2" y="36"/>
                  <a:pt x="2" y="36"/>
                </a:cubicBezTo>
                <a:cubicBezTo>
                  <a:pt x="1" y="36"/>
                  <a:pt x="0" y="35"/>
                  <a:pt x="0" y="34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8"/>
                  <a:pt x="1" y="27"/>
                  <a:pt x="2" y="27"/>
                </a:cubicBezTo>
                <a:cubicBezTo>
                  <a:pt x="48" y="27"/>
                  <a:pt x="48" y="27"/>
                  <a:pt x="48" y="27"/>
                </a:cubicBezTo>
                <a:cubicBezTo>
                  <a:pt x="49" y="27"/>
                  <a:pt x="50" y="28"/>
                  <a:pt x="50" y="29"/>
                </a:cubicBezTo>
                <a:lnTo>
                  <a:pt x="50" y="34"/>
                </a:lnTo>
                <a:close/>
                <a:moveTo>
                  <a:pt x="64" y="48"/>
                </a:moveTo>
                <a:cubicBezTo>
                  <a:pt x="64" y="49"/>
                  <a:pt x="63" y="50"/>
                  <a:pt x="61" y="50"/>
                </a:cubicBezTo>
                <a:cubicBezTo>
                  <a:pt x="2" y="50"/>
                  <a:pt x="2" y="50"/>
                  <a:pt x="2" y="50"/>
                </a:cubicBezTo>
                <a:cubicBezTo>
                  <a:pt x="1" y="50"/>
                  <a:pt x="0" y="49"/>
                  <a:pt x="0" y="48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2"/>
                  <a:pt x="1" y="41"/>
                  <a:pt x="2" y="41"/>
                </a:cubicBezTo>
                <a:cubicBezTo>
                  <a:pt x="61" y="41"/>
                  <a:pt x="61" y="41"/>
                  <a:pt x="61" y="41"/>
                </a:cubicBezTo>
                <a:cubicBezTo>
                  <a:pt x="63" y="41"/>
                  <a:pt x="64" y="42"/>
                  <a:pt x="64" y="43"/>
                </a:cubicBezTo>
                <a:lnTo>
                  <a:pt x="64" y="4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390062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83"/>
          <p:cNvSpPr>
            <a:spLocks noEditPoints="1"/>
          </p:cNvSpPr>
          <p:nvPr userDrawn="1"/>
        </p:nvSpPr>
        <p:spPr bwMode="auto">
          <a:xfrm>
            <a:off x="5569331" y="1498600"/>
            <a:ext cx="1053339" cy="1580008"/>
          </a:xfrm>
          <a:custGeom>
            <a:avLst/>
            <a:gdLst/>
            <a:ahLst/>
            <a:cxnLst>
              <a:cxn ang="0">
                <a:pos x="38" y="26"/>
              </a:cxn>
              <a:cxn ang="0">
                <a:pos x="24" y="55"/>
              </a:cxn>
              <a:cxn ang="0">
                <a:pos x="20" y="58"/>
              </a:cxn>
              <a:cxn ang="0">
                <a:pos x="16" y="55"/>
              </a:cxn>
              <a:cxn ang="0">
                <a:pos x="2" y="26"/>
              </a:cxn>
              <a:cxn ang="0">
                <a:pos x="0" y="19"/>
              </a:cxn>
              <a:cxn ang="0">
                <a:pos x="20" y="0"/>
              </a:cxn>
              <a:cxn ang="0">
                <a:pos x="39" y="19"/>
              </a:cxn>
              <a:cxn ang="0">
                <a:pos x="38" y="26"/>
              </a:cxn>
              <a:cxn ang="0">
                <a:pos x="20" y="9"/>
              </a:cxn>
              <a:cxn ang="0">
                <a:pos x="10" y="19"/>
              </a:cxn>
              <a:cxn ang="0">
                <a:pos x="20" y="29"/>
              </a:cxn>
              <a:cxn ang="0">
                <a:pos x="30" y="19"/>
              </a:cxn>
              <a:cxn ang="0">
                <a:pos x="20" y="9"/>
              </a:cxn>
            </a:cxnLst>
            <a:rect l="0" t="0" r="r" b="b"/>
            <a:pathLst>
              <a:path w="39" h="58">
                <a:moveTo>
                  <a:pt x="38" y="26"/>
                </a:moveTo>
                <a:cubicBezTo>
                  <a:pt x="24" y="55"/>
                  <a:pt x="24" y="55"/>
                  <a:pt x="24" y="55"/>
                </a:cubicBezTo>
                <a:cubicBezTo>
                  <a:pt x="23" y="57"/>
                  <a:pt x="22" y="58"/>
                  <a:pt x="20" y="58"/>
                </a:cubicBezTo>
                <a:cubicBezTo>
                  <a:pt x="18" y="58"/>
                  <a:pt x="16" y="57"/>
                  <a:pt x="16" y="55"/>
                </a:cubicBezTo>
                <a:cubicBezTo>
                  <a:pt x="2" y="26"/>
                  <a:pt x="2" y="26"/>
                  <a:pt x="2" y="26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8"/>
                  <a:pt x="9" y="0"/>
                  <a:pt x="20" y="0"/>
                </a:cubicBezTo>
                <a:cubicBezTo>
                  <a:pt x="31" y="0"/>
                  <a:pt x="39" y="8"/>
                  <a:pt x="39" y="19"/>
                </a:cubicBezTo>
                <a:cubicBezTo>
                  <a:pt x="39" y="21"/>
                  <a:pt x="39" y="24"/>
                  <a:pt x="38" y="26"/>
                </a:cubicBezTo>
                <a:close/>
                <a:moveTo>
                  <a:pt x="20" y="9"/>
                </a:moveTo>
                <a:cubicBezTo>
                  <a:pt x="15" y="9"/>
                  <a:pt x="10" y="14"/>
                  <a:pt x="10" y="19"/>
                </a:cubicBezTo>
                <a:cubicBezTo>
                  <a:pt x="10" y="24"/>
                  <a:pt x="15" y="29"/>
                  <a:pt x="20" y="29"/>
                </a:cubicBezTo>
                <a:cubicBezTo>
                  <a:pt x="25" y="29"/>
                  <a:pt x="30" y="24"/>
                  <a:pt x="30" y="19"/>
                </a:cubicBezTo>
                <a:cubicBezTo>
                  <a:pt x="30" y="14"/>
                  <a:pt x="25" y="9"/>
                  <a:pt x="20" y="9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4143096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onta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89"/>
          <p:cNvSpPr>
            <a:spLocks noEditPoints="1"/>
          </p:cNvSpPr>
          <p:nvPr userDrawn="1"/>
        </p:nvSpPr>
        <p:spPr bwMode="auto">
          <a:xfrm>
            <a:off x="5360224" y="1246248"/>
            <a:ext cx="1471555" cy="1471552"/>
          </a:xfrm>
          <a:custGeom>
            <a:avLst/>
            <a:gdLst/>
            <a:ahLst/>
            <a:cxnLst>
              <a:cxn ang="0">
                <a:pos x="68" y="3"/>
              </a:cxn>
              <a:cxn ang="0">
                <a:pos x="58" y="61"/>
              </a:cxn>
              <a:cxn ang="0">
                <a:pos x="57" y="63"/>
              </a:cxn>
              <a:cxn ang="0">
                <a:pos x="56" y="63"/>
              </a:cxn>
              <a:cxn ang="0">
                <a:pos x="55" y="63"/>
              </a:cxn>
              <a:cxn ang="0">
                <a:pos x="35" y="55"/>
              </a:cxn>
              <a:cxn ang="0">
                <a:pos x="23" y="67"/>
              </a:cxn>
              <a:cxn ang="0">
                <a:pos x="22" y="68"/>
              </a:cxn>
              <a:cxn ang="0">
                <a:pos x="21" y="68"/>
              </a:cxn>
              <a:cxn ang="0">
                <a:pos x="19" y="65"/>
              </a:cxn>
              <a:cxn ang="0">
                <a:pos x="19" y="48"/>
              </a:cxn>
              <a:cxn ang="0">
                <a:pos x="1" y="41"/>
              </a:cxn>
              <a:cxn ang="0">
                <a:pos x="0" y="39"/>
              </a:cxn>
              <a:cxn ang="0">
                <a:pos x="1" y="36"/>
              </a:cxn>
              <a:cxn ang="0">
                <a:pos x="64" y="0"/>
              </a:cxn>
              <a:cxn ang="0">
                <a:pos x="67" y="0"/>
              </a:cxn>
              <a:cxn ang="0">
                <a:pos x="68" y="3"/>
              </a:cxn>
              <a:cxn ang="0">
                <a:pos x="62" y="7"/>
              </a:cxn>
              <a:cxn ang="0">
                <a:pos x="8" y="38"/>
              </a:cxn>
              <a:cxn ang="0">
                <a:pos x="20" y="43"/>
              </a:cxn>
              <a:cxn ang="0">
                <a:pos x="53" y="19"/>
              </a:cxn>
              <a:cxn ang="0">
                <a:pos x="35" y="49"/>
              </a:cxn>
              <a:cxn ang="0">
                <a:pos x="54" y="57"/>
              </a:cxn>
              <a:cxn ang="0">
                <a:pos x="62" y="7"/>
              </a:cxn>
            </a:cxnLst>
            <a:rect l="0" t="0" r="r" b="b"/>
            <a:pathLst>
              <a:path w="68" h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5" y="55"/>
                  <a:pt x="35" y="55"/>
                  <a:pt x="35" y="55"/>
                </a:cubicBezTo>
                <a:cubicBezTo>
                  <a:pt x="23" y="67"/>
                  <a:pt x="23" y="67"/>
                  <a:pt x="23" y="67"/>
                </a:cubicBezTo>
                <a:cubicBezTo>
                  <a:pt x="23" y="67"/>
                  <a:pt x="22" y="68"/>
                  <a:pt x="22" y="68"/>
                </a:cubicBezTo>
                <a:cubicBezTo>
                  <a:pt x="21" y="68"/>
                  <a:pt x="21" y="68"/>
                  <a:pt x="21" y="68"/>
                </a:cubicBezTo>
                <a:cubicBezTo>
                  <a:pt x="20" y="67"/>
                  <a:pt x="19" y="66"/>
                  <a:pt x="19" y="65"/>
                </a:cubicBezTo>
                <a:cubicBezTo>
                  <a:pt x="19" y="48"/>
                  <a:pt x="19" y="48"/>
                  <a:pt x="19" y="48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  <a:moveTo>
                  <a:pt x="62" y="7"/>
                </a:moveTo>
                <a:cubicBezTo>
                  <a:pt x="8" y="38"/>
                  <a:pt x="8" y="38"/>
                  <a:pt x="8" y="38"/>
                </a:cubicBezTo>
                <a:cubicBezTo>
                  <a:pt x="20" y="43"/>
                  <a:pt x="20" y="43"/>
                  <a:pt x="20" y="43"/>
                </a:cubicBezTo>
                <a:cubicBezTo>
                  <a:pt x="53" y="19"/>
                  <a:pt x="53" y="19"/>
                  <a:pt x="53" y="19"/>
                </a:cubicBezTo>
                <a:cubicBezTo>
                  <a:pt x="35" y="49"/>
                  <a:pt x="35" y="49"/>
                  <a:pt x="35" y="49"/>
                </a:cubicBezTo>
                <a:cubicBezTo>
                  <a:pt x="54" y="57"/>
                  <a:pt x="54" y="57"/>
                  <a:pt x="54" y="57"/>
                </a:cubicBezTo>
                <a:lnTo>
                  <a:pt x="62" y="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17148241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18827"/>
            <a:ext cx="5364480" cy="4511040"/>
          </a:xfrm>
        </p:spPr>
        <p:txBody>
          <a:bodyPr/>
          <a:lstStyle>
            <a:lvl1pPr>
              <a:defRPr sz="2400">
                <a:latin typeface="Bogle" charset="0"/>
                <a:ea typeface="Bogle" charset="0"/>
                <a:cs typeface="Bogle" charset="0"/>
              </a:defRPr>
            </a:lvl1pPr>
            <a:lvl2pPr>
              <a:defRPr sz="2400">
                <a:latin typeface="Bogle" charset="0"/>
                <a:ea typeface="Bogle" charset="0"/>
                <a:cs typeface="Bogle" charset="0"/>
              </a:defRPr>
            </a:lvl2pPr>
            <a:lvl3pPr>
              <a:defRPr sz="2133">
                <a:latin typeface="Bogle" charset="0"/>
                <a:ea typeface="Bogle" charset="0"/>
                <a:cs typeface="Bogle" charset="0"/>
              </a:defRPr>
            </a:lvl3pPr>
            <a:lvl4pPr>
              <a:defRPr sz="1867">
                <a:latin typeface="Bogle" charset="0"/>
                <a:ea typeface="Bogle" charset="0"/>
                <a:cs typeface="Bogle" charset="0"/>
              </a:defRPr>
            </a:lvl4pPr>
            <a:lvl5pPr>
              <a:defRPr sz="1867">
                <a:latin typeface="Bogle" charset="0"/>
                <a:ea typeface="Bogle" charset="0"/>
                <a:cs typeface="Bogle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18827"/>
            <a:ext cx="5364480" cy="4511040"/>
          </a:xfrm>
        </p:spPr>
        <p:txBody>
          <a:bodyPr/>
          <a:lstStyle>
            <a:lvl1pPr>
              <a:defRPr sz="2400">
                <a:latin typeface="Bogle" charset="0"/>
                <a:ea typeface="Bogle" charset="0"/>
                <a:cs typeface="Bogle" charset="0"/>
              </a:defRPr>
            </a:lvl1pPr>
            <a:lvl2pPr>
              <a:defRPr sz="2400">
                <a:latin typeface="Bogle" charset="0"/>
                <a:ea typeface="Bogle" charset="0"/>
                <a:cs typeface="Bogle" charset="0"/>
              </a:defRPr>
            </a:lvl2pPr>
            <a:lvl3pPr>
              <a:defRPr sz="2133">
                <a:latin typeface="Bogle" charset="0"/>
                <a:ea typeface="Bogle" charset="0"/>
                <a:cs typeface="Bogle" charset="0"/>
              </a:defRPr>
            </a:lvl3pPr>
            <a:lvl4pPr>
              <a:defRPr sz="1867">
                <a:latin typeface="Bogle" charset="0"/>
                <a:ea typeface="Bogle" charset="0"/>
                <a:cs typeface="Bogle" charset="0"/>
              </a:defRPr>
            </a:lvl4pPr>
            <a:lvl5pPr>
              <a:defRPr sz="1867">
                <a:latin typeface="Bogle" charset="0"/>
                <a:ea typeface="Bogle" charset="0"/>
                <a:cs typeface="Bogle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21453" y="1197864"/>
            <a:ext cx="5364480" cy="402336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09453" y="1197864"/>
            <a:ext cx="5364480" cy="402336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51918171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59415349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38812987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91252"/>
            <a:ext cx="4011084" cy="943848"/>
          </a:xfrm>
        </p:spPr>
        <p:txBody>
          <a:bodyPr anchor="ctr"/>
          <a:lstStyle>
            <a:lvl1pPr algn="l">
              <a:defRPr sz="2667" b="1"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82601"/>
            <a:ext cx="6815667" cy="5643564"/>
          </a:xfrm>
        </p:spPr>
        <p:txBody>
          <a:bodyPr/>
          <a:lstStyle>
            <a:lvl1pPr marL="0" indent="0">
              <a:buNone/>
              <a:defRPr sz="4267">
                <a:latin typeface="Bogle" charset="0"/>
                <a:ea typeface="Bogle" charset="0"/>
                <a:cs typeface="Bogle" charset="0"/>
              </a:defRPr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07851269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64573"/>
            <a:ext cx="7315200" cy="502766"/>
          </a:xfrm>
        </p:spPr>
        <p:txBody>
          <a:bodyPr anchor="b"/>
          <a:lstStyle>
            <a:lvl1pPr algn="l">
              <a:defRPr sz="2667" b="1"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04520"/>
            <a:ext cx="7315200" cy="4145280"/>
          </a:xfrm>
        </p:spPr>
        <p:txBody>
          <a:bodyPr/>
          <a:lstStyle>
            <a:lvl1pPr marL="0" indent="0">
              <a:buNone/>
              <a:defRPr sz="42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42889671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716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36.xml"/><Relationship Id="rId3" Type="http://schemas.openxmlformats.org/officeDocument/2006/relationships/slideLayout" Target="../slideLayouts/slideLayout13.xml"/><Relationship Id="rId21" Type="http://schemas.openxmlformats.org/officeDocument/2006/relationships/slideLayout" Target="../slideLayouts/slideLayout31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35.xml"/><Relationship Id="rId33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39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34.xml"/><Relationship Id="rId32" Type="http://schemas.openxmlformats.org/officeDocument/2006/relationships/image" Target="../media/image3.png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33.xml"/><Relationship Id="rId28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9.xml"/><Relationship Id="rId31" Type="http://schemas.openxmlformats.org/officeDocument/2006/relationships/theme" Target="../theme/theme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32.xml"/><Relationship Id="rId27" Type="http://schemas.openxmlformats.org/officeDocument/2006/relationships/slideLayout" Target="../slideLayouts/slideLayout37.xml"/><Relationship Id="rId30" Type="http://schemas.openxmlformats.org/officeDocument/2006/relationships/slideLayout" Target="../slideLayouts/slideLayout40.xml"/><Relationship Id="rId8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4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4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6.xml"/><Relationship Id="rId26" Type="http://schemas.openxmlformats.org/officeDocument/2006/relationships/slideLayout" Target="../slideLayouts/slideLayout74.xml"/><Relationship Id="rId3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69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73.xml"/><Relationship Id="rId33" Type="http://schemas.openxmlformats.org/officeDocument/2006/relationships/image" Target="../media/image4.png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20" Type="http://schemas.openxmlformats.org/officeDocument/2006/relationships/slideLayout" Target="../slideLayouts/slideLayout68.xml"/><Relationship Id="rId29" Type="http://schemas.openxmlformats.org/officeDocument/2006/relationships/slideLayout" Target="../slideLayouts/slideLayout77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24" Type="http://schemas.openxmlformats.org/officeDocument/2006/relationships/slideLayout" Target="../slideLayouts/slideLayout72.xml"/><Relationship Id="rId32" Type="http://schemas.openxmlformats.org/officeDocument/2006/relationships/image" Target="../media/image3.png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67.xml"/><Relationship Id="rId31" Type="http://schemas.openxmlformats.org/officeDocument/2006/relationships/theme" Target="../theme/theme5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78.xml"/><Relationship Id="rId8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002287-43AE-984A-B16C-545A738A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9E9FD-CE43-9546-8B5B-18B379FEB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D6C85FB1-F8FD-C741-A2DC-BBB4E52014C6}"/>
              </a:ext>
            </a:extLst>
          </p:cNvPr>
          <p:cNvSpPr txBox="1">
            <a:spLocks/>
          </p:cNvSpPr>
          <p:nvPr userDrawn="1"/>
        </p:nvSpPr>
        <p:spPr>
          <a:xfrm>
            <a:off x="11236050" y="6619391"/>
            <a:ext cx="27706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1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000">
                <a:solidFill>
                  <a:srgbClr val="0B1438"/>
                </a:solidFill>
              </a:rPr>
              <a:pPr/>
              <a:t>‹#›</a:t>
            </a:fld>
            <a:endParaRPr lang="en-US" sz="1000">
              <a:solidFill>
                <a:srgbClr val="0B1438"/>
              </a:solidFill>
            </a:endParaRPr>
          </a:p>
        </p:txBody>
      </p:sp>
      <p:sp>
        <p:nvSpPr>
          <p:cNvPr id="9" name="object 33">
            <a:extLst>
              <a:ext uri="{FF2B5EF4-FFF2-40B4-BE49-F238E27FC236}">
                <a16:creationId xmlns:a16="http://schemas.microsoft.com/office/drawing/2014/main" id="{64188B49-E268-6A49-BD04-4EA18EBAD2D0}"/>
              </a:ext>
            </a:extLst>
          </p:cNvPr>
          <p:cNvSpPr txBox="1">
            <a:spLocks/>
          </p:cNvSpPr>
          <p:nvPr userDrawn="1"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3B5214-62ED-F345-B6DE-317510A78A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14125" y="9525"/>
            <a:ext cx="777875" cy="777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11680D-3CC3-2D4E-8062-3CF346BB92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91" y="6394083"/>
            <a:ext cx="3093547" cy="5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467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404041"/>
          </a:solidFill>
          <a:latin typeface="Bogle" panose="020B050302020306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002287-43AE-984A-B16C-545A738A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9E9FD-CE43-9546-8B5B-18B379FEB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D6C85FB1-F8FD-C741-A2DC-BBB4E52014C6}"/>
              </a:ext>
            </a:extLst>
          </p:cNvPr>
          <p:cNvSpPr txBox="1">
            <a:spLocks/>
          </p:cNvSpPr>
          <p:nvPr/>
        </p:nvSpPr>
        <p:spPr>
          <a:xfrm>
            <a:off x="11236050" y="6619391"/>
            <a:ext cx="27706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1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000">
                <a:solidFill>
                  <a:srgbClr val="0B1438"/>
                </a:solidFill>
              </a:rPr>
              <a:pPr/>
              <a:t>‹#›</a:t>
            </a:fld>
            <a:endParaRPr lang="en-US" sz="1000">
              <a:solidFill>
                <a:srgbClr val="0B1438"/>
              </a:solidFill>
            </a:endParaRPr>
          </a:p>
        </p:txBody>
      </p:sp>
      <p:sp>
        <p:nvSpPr>
          <p:cNvPr id="9" name="object 33">
            <a:extLst>
              <a:ext uri="{FF2B5EF4-FFF2-40B4-BE49-F238E27FC236}">
                <a16:creationId xmlns:a16="http://schemas.microsoft.com/office/drawing/2014/main" id="{64188B49-E268-6A49-BD04-4EA18EBAD2D0}"/>
              </a:ext>
            </a:extLst>
          </p:cNvPr>
          <p:cNvSpPr txBox="1">
            <a:spLocks/>
          </p:cNvSpPr>
          <p:nvPr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/>
              <a:t> 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11"/>
              <a:t> 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3B5214-62ED-F345-B6DE-317510A78A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14125" y="9525"/>
            <a:ext cx="777875" cy="777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11680D-3CC3-2D4E-8062-3CF346BB92A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991" y="6394083"/>
            <a:ext cx="3093547" cy="56246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A47C7FB-56C9-452B-BA3E-212EF996FFFD}"/>
              </a:ext>
            </a:extLst>
          </p:cNvPr>
          <p:cNvGrpSpPr/>
          <p:nvPr/>
        </p:nvGrpSpPr>
        <p:grpSpPr>
          <a:xfrm>
            <a:off x="-2352501" y="449361"/>
            <a:ext cx="1971501" cy="3367772"/>
            <a:chOff x="-2352501" y="449361"/>
            <a:chExt cx="1971501" cy="336777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C283B5-7826-4A51-9B89-A7C41DE0D688}"/>
                </a:ext>
              </a:extLst>
            </p:cNvPr>
            <p:cNvSpPr/>
            <p:nvPr/>
          </p:nvSpPr>
          <p:spPr>
            <a:xfrm>
              <a:off x="-609600" y="2189339"/>
              <a:ext cx="228600" cy="228600"/>
            </a:xfrm>
            <a:prstGeom prst="rect">
              <a:avLst/>
            </a:prstGeom>
            <a:solidFill>
              <a:srgbClr val="FFC2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AB1459-2B19-4BF9-AB56-9E824460C74B}"/>
                </a:ext>
              </a:extLst>
            </p:cNvPr>
            <p:cNvSpPr/>
            <p:nvPr/>
          </p:nvSpPr>
          <p:spPr>
            <a:xfrm>
              <a:off x="-609600" y="3206399"/>
              <a:ext cx="228600" cy="228600"/>
            </a:xfrm>
            <a:prstGeom prst="rect">
              <a:avLst/>
            </a:prstGeom>
            <a:solidFill>
              <a:srgbClr val="EE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2620583-C671-42D6-8299-267BF1BCD21E}"/>
                </a:ext>
              </a:extLst>
            </p:cNvPr>
            <p:cNvGrpSpPr/>
            <p:nvPr/>
          </p:nvGrpSpPr>
          <p:grpSpPr>
            <a:xfrm>
              <a:off x="-2338086" y="449361"/>
              <a:ext cx="1957086" cy="307777"/>
              <a:chOff x="-2338086" y="449361"/>
              <a:chExt cx="1957086" cy="307777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1FC736-8583-45E2-AEA7-F2AB9823A4DD}"/>
                  </a:ext>
                </a:extLst>
              </p:cNvPr>
              <p:cNvSpPr/>
              <p:nvPr/>
            </p:nvSpPr>
            <p:spPr>
              <a:xfrm>
                <a:off x="-609600" y="488950"/>
                <a:ext cx="228600" cy="228600"/>
              </a:xfrm>
              <a:prstGeom prst="rect">
                <a:avLst/>
              </a:prstGeom>
              <a:solidFill>
                <a:srgbClr val="081F2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81F2C"/>
                  </a:solidFill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CEB40F3-763A-456D-A08A-D35948D5EAB3}"/>
                  </a:ext>
                </a:extLst>
              </p:cNvPr>
              <p:cNvSpPr txBox="1"/>
              <p:nvPr/>
            </p:nvSpPr>
            <p:spPr>
              <a:xfrm>
                <a:off x="-2338086" y="449361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8 / 31/ 44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39092E9-DF4D-42EA-B27D-08B70BF3749B}"/>
                </a:ext>
              </a:extLst>
            </p:cNvPr>
            <p:cNvGrpSpPr/>
            <p:nvPr/>
          </p:nvGrpSpPr>
          <p:grpSpPr>
            <a:xfrm>
              <a:off x="-2352501" y="790144"/>
              <a:ext cx="1971501" cy="307777"/>
              <a:chOff x="-2352501" y="790144"/>
              <a:chExt cx="1971501" cy="307777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C0D4BBE-3348-41E9-B715-ADEFA3839BC2}"/>
                  </a:ext>
                </a:extLst>
              </p:cNvPr>
              <p:cNvSpPr/>
              <p:nvPr/>
            </p:nvSpPr>
            <p:spPr>
              <a:xfrm>
                <a:off x="-609600" y="829733"/>
                <a:ext cx="228600" cy="228600"/>
              </a:xfrm>
              <a:prstGeom prst="rect">
                <a:avLst/>
              </a:prstGeom>
              <a:solidFill>
                <a:srgbClr val="78B9E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8B9E7"/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6EB7307-A7A9-4299-BC58-BE30596658A1}"/>
                  </a:ext>
                </a:extLst>
              </p:cNvPr>
              <p:cNvSpPr txBox="1"/>
              <p:nvPr/>
            </p:nvSpPr>
            <p:spPr>
              <a:xfrm>
                <a:off x="-2352501" y="790144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120 / 185 / 231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04766AC-AEF9-477A-AC81-00AE8FA76A96}"/>
                </a:ext>
              </a:extLst>
            </p:cNvPr>
            <p:cNvGrpSpPr/>
            <p:nvPr/>
          </p:nvGrpSpPr>
          <p:grpSpPr>
            <a:xfrm>
              <a:off x="-2352501" y="1471710"/>
              <a:ext cx="1971501" cy="307777"/>
              <a:chOff x="-2352501" y="1471710"/>
              <a:chExt cx="1971501" cy="307777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DF837DA-A7AA-4FA9-B784-79A2E096E625}"/>
                  </a:ext>
                </a:extLst>
              </p:cNvPr>
              <p:cNvSpPr/>
              <p:nvPr/>
            </p:nvSpPr>
            <p:spPr>
              <a:xfrm>
                <a:off x="-609600" y="1511299"/>
                <a:ext cx="228600" cy="228600"/>
              </a:xfrm>
              <a:prstGeom prst="rect">
                <a:avLst/>
              </a:prstGeom>
              <a:solidFill>
                <a:srgbClr val="0070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1CE"/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04D9A2D-16B6-4003-A138-147D2A75FA93}"/>
                  </a:ext>
                </a:extLst>
              </p:cNvPr>
              <p:cNvSpPr txBox="1"/>
              <p:nvPr/>
            </p:nvSpPr>
            <p:spPr>
              <a:xfrm>
                <a:off x="-2352501" y="147171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0 / 112 / 206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FA03A35-7EA5-40A3-8A26-2F2ECABB54E3}"/>
                </a:ext>
              </a:extLst>
            </p:cNvPr>
            <p:cNvGrpSpPr/>
            <p:nvPr/>
          </p:nvGrpSpPr>
          <p:grpSpPr>
            <a:xfrm>
              <a:off x="-2352501" y="1810730"/>
              <a:ext cx="1971501" cy="307777"/>
              <a:chOff x="-2352501" y="1810730"/>
              <a:chExt cx="1971501" cy="307777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EF2FB6D-2CCC-4415-99A7-33AEB5A96599}"/>
                  </a:ext>
                </a:extLst>
              </p:cNvPr>
              <p:cNvSpPr/>
              <p:nvPr/>
            </p:nvSpPr>
            <p:spPr>
              <a:xfrm>
                <a:off x="-609600" y="1850319"/>
                <a:ext cx="228600" cy="228600"/>
              </a:xfrm>
              <a:prstGeom prst="rect">
                <a:avLst/>
              </a:prstGeom>
              <a:solidFill>
                <a:srgbClr val="EB148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AE297AF-DCAC-4D8E-B0FE-1F3A8C42342B}"/>
                  </a:ext>
                </a:extLst>
              </p:cNvPr>
              <p:cNvSpPr txBox="1"/>
              <p:nvPr/>
            </p:nvSpPr>
            <p:spPr>
              <a:xfrm>
                <a:off x="-2352501" y="181073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235 / 20 / 141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CD8E2D3-8159-4572-A1AF-9DBF1D63FC58}"/>
                </a:ext>
              </a:extLst>
            </p:cNvPr>
            <p:cNvSpPr txBox="1"/>
            <p:nvPr/>
          </p:nvSpPr>
          <p:spPr>
            <a:xfrm>
              <a:off x="-2338086" y="2149750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255 / 194 / 32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10ED7E1-CE4F-4690-9F78-3ED0C88CB9D4}"/>
                </a:ext>
              </a:extLst>
            </p:cNvPr>
            <p:cNvGrpSpPr/>
            <p:nvPr/>
          </p:nvGrpSpPr>
          <p:grpSpPr>
            <a:xfrm>
              <a:off x="-2338086" y="2487726"/>
              <a:ext cx="1957086" cy="307777"/>
              <a:chOff x="-2338086" y="2487726"/>
              <a:chExt cx="1957086" cy="307777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6B34E14-6436-4CC0-A4AE-12C013E12EF0}"/>
                  </a:ext>
                </a:extLst>
              </p:cNvPr>
              <p:cNvSpPr/>
              <p:nvPr/>
            </p:nvSpPr>
            <p:spPr>
              <a:xfrm>
                <a:off x="-609600" y="2528359"/>
                <a:ext cx="228600" cy="228600"/>
              </a:xfrm>
              <a:prstGeom prst="rect">
                <a:avLst/>
              </a:prstGeom>
              <a:solidFill>
                <a:srgbClr val="76C04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3BE7F54-6D3E-4E06-9552-E973C7BE142B}"/>
                  </a:ext>
                </a:extLst>
              </p:cNvPr>
              <p:cNvSpPr txBox="1"/>
              <p:nvPr/>
            </p:nvSpPr>
            <p:spPr>
              <a:xfrm>
                <a:off x="-2338086" y="248772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118 / 192 / 67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9735A56-A3A2-400E-8D24-18857B99577B}"/>
                </a:ext>
              </a:extLst>
            </p:cNvPr>
            <p:cNvGrpSpPr/>
            <p:nvPr/>
          </p:nvGrpSpPr>
          <p:grpSpPr>
            <a:xfrm>
              <a:off x="-2338086" y="2825702"/>
              <a:ext cx="1957086" cy="307777"/>
              <a:chOff x="-2338086" y="2825702"/>
              <a:chExt cx="1957086" cy="307777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62C4DB5-52CD-4797-937E-38A31ED5D70D}"/>
                  </a:ext>
                </a:extLst>
              </p:cNvPr>
              <p:cNvSpPr/>
              <p:nvPr/>
            </p:nvSpPr>
            <p:spPr>
              <a:xfrm>
                <a:off x="-609600" y="2867379"/>
                <a:ext cx="228600" cy="228600"/>
              </a:xfrm>
              <a:prstGeom prst="rect">
                <a:avLst/>
              </a:prstGeom>
              <a:solidFill>
                <a:srgbClr val="F475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E42E933-8E73-4BAE-8F79-36B257118F7C}"/>
                  </a:ext>
                </a:extLst>
              </p:cNvPr>
              <p:cNvSpPr txBox="1"/>
              <p:nvPr/>
            </p:nvSpPr>
            <p:spPr>
              <a:xfrm>
                <a:off x="-2338086" y="2825702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244 / 117 / 33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23DDFED-7FD0-4300-8BFA-A2EE13683C58}"/>
                </a:ext>
              </a:extLst>
            </p:cNvPr>
            <p:cNvSpPr txBox="1"/>
            <p:nvPr/>
          </p:nvSpPr>
          <p:spPr>
            <a:xfrm>
              <a:off x="-2338086" y="3161651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238 / 59 / 42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EA0E503-2376-447E-97CE-AD6CCFB64935}"/>
                </a:ext>
              </a:extLst>
            </p:cNvPr>
            <p:cNvGrpSpPr/>
            <p:nvPr/>
          </p:nvGrpSpPr>
          <p:grpSpPr>
            <a:xfrm>
              <a:off x="-2338086" y="3509356"/>
              <a:ext cx="1957086" cy="307777"/>
              <a:chOff x="-2338086" y="3509356"/>
              <a:chExt cx="1957086" cy="307777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0E6D90E-A361-4990-920A-3D3599798534}"/>
                  </a:ext>
                </a:extLst>
              </p:cNvPr>
              <p:cNvSpPr/>
              <p:nvPr/>
            </p:nvSpPr>
            <p:spPr>
              <a:xfrm>
                <a:off x="-609600" y="3545417"/>
                <a:ext cx="228600" cy="228600"/>
              </a:xfrm>
              <a:prstGeom prst="rect">
                <a:avLst/>
              </a:prstGeom>
              <a:solidFill>
                <a:srgbClr val="3F3F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B349AB5-FC33-43FA-A03A-1E68C5107600}"/>
                  </a:ext>
                </a:extLst>
              </p:cNvPr>
              <p:cNvSpPr txBox="1"/>
              <p:nvPr/>
            </p:nvSpPr>
            <p:spPr>
              <a:xfrm>
                <a:off x="-2338086" y="350935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63 / 63 / 64</a:t>
                </a:r>
              </a:p>
            </p:txBody>
          </p:sp>
        </p:grpSp>
      </p:grpSp>
      <p:sp>
        <p:nvSpPr>
          <p:cNvPr id="38" name="Holder 6">
            <a:extLst>
              <a:ext uri="{FF2B5EF4-FFF2-40B4-BE49-F238E27FC236}">
                <a16:creationId xmlns:a16="http://schemas.microsoft.com/office/drawing/2014/main" id="{7FD24771-4007-4261-9A8D-94578239244E}"/>
              </a:ext>
            </a:extLst>
          </p:cNvPr>
          <p:cNvSpPr txBox="1">
            <a:spLocks/>
          </p:cNvSpPr>
          <p:nvPr userDrawn="1"/>
        </p:nvSpPr>
        <p:spPr>
          <a:xfrm>
            <a:off x="11236050" y="6619391"/>
            <a:ext cx="27706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1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000">
                <a:solidFill>
                  <a:srgbClr val="0B1438"/>
                </a:solidFill>
              </a:rPr>
              <a:pPr/>
              <a:t>‹#›</a:t>
            </a:fld>
            <a:endParaRPr lang="en-US" sz="1000">
              <a:solidFill>
                <a:srgbClr val="0B1438"/>
              </a:solidFill>
            </a:endParaRPr>
          </a:p>
        </p:txBody>
      </p:sp>
      <p:sp>
        <p:nvSpPr>
          <p:cNvPr id="39" name="object 33">
            <a:extLst>
              <a:ext uri="{FF2B5EF4-FFF2-40B4-BE49-F238E27FC236}">
                <a16:creationId xmlns:a16="http://schemas.microsoft.com/office/drawing/2014/main" id="{B3F92064-7C4B-447E-8850-3FCCECB6DAEB}"/>
              </a:ext>
            </a:extLst>
          </p:cNvPr>
          <p:cNvSpPr txBox="1">
            <a:spLocks/>
          </p:cNvSpPr>
          <p:nvPr userDrawn="1"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016DC48-62D2-49CB-8041-958F0F388E18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414125" y="9525"/>
            <a:ext cx="777875" cy="77787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A6A46C6-0B23-4F64-831C-17478B95C484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4991" y="6394083"/>
            <a:ext cx="3093547" cy="5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0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404041"/>
          </a:solidFill>
          <a:latin typeface="Bogle" panose="020B050302020306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93800"/>
            <a:ext cx="10972800" cy="4752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31280"/>
            <a:ext cx="12192000" cy="42672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Lato Light" panose="020F0302020204030203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8257"/>
            <a:ext cx="10972800" cy="666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711200" y="6431279"/>
            <a:ext cx="609600" cy="42672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ctr">
              <a:defRPr sz="1333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3" name="Group 42"/>
          <p:cNvGrpSpPr/>
          <p:nvPr/>
        </p:nvGrpSpPr>
        <p:grpSpPr>
          <a:xfrm>
            <a:off x="9956800" y="6495043"/>
            <a:ext cx="1625600" cy="332688"/>
            <a:chOff x="2826032" y="2866132"/>
            <a:chExt cx="6368767" cy="1303397"/>
          </a:xfrm>
        </p:grpSpPr>
        <p:pic>
          <p:nvPicPr>
            <p:cNvPr id="44" name="Picture 43"/>
            <p:cNvPicPr>
              <a:picLocks noChangeAspect="1"/>
            </p:cNvPicPr>
            <p:nvPr userDrawn="1"/>
          </p:nvPicPr>
          <p:blipFill rotWithShape="1">
            <a:blip r:embed="rId3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7060"/>
            <a:stretch/>
          </p:blipFill>
          <p:spPr>
            <a:xfrm>
              <a:off x="3865565" y="2866132"/>
              <a:ext cx="3400259" cy="1303397"/>
            </a:xfrm>
            <a:prstGeom prst="rect">
              <a:avLst/>
            </a:prstGeom>
          </p:spPr>
        </p:pic>
        <p:pic>
          <p:nvPicPr>
            <p:cNvPr id="45" name="Picture 44"/>
            <p:cNvPicPr>
              <a:picLocks noChangeAspect="1"/>
            </p:cNvPicPr>
            <p:nvPr userDrawn="1"/>
          </p:nvPicPr>
          <p:blipFill rotWithShape="1">
            <a:blip r:embed="rId3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71395"/>
            <a:stretch/>
          </p:blipFill>
          <p:spPr>
            <a:xfrm>
              <a:off x="7357533" y="2866132"/>
              <a:ext cx="1837266" cy="1303397"/>
            </a:xfrm>
            <a:prstGeom prst="rect">
              <a:avLst/>
            </a:prstGeom>
          </p:spPr>
        </p:pic>
        <p:pic>
          <p:nvPicPr>
            <p:cNvPr id="46" name="Picture 45"/>
            <p:cNvPicPr>
              <a:picLocks noChangeAspect="1"/>
            </p:cNvPicPr>
            <p:nvPr userDrawn="1"/>
          </p:nvPicPr>
          <p:blipFill rotWithShape="1">
            <a:blip r:embed="rId3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3863" r="30319"/>
            <a:stretch/>
          </p:blipFill>
          <p:spPr>
            <a:xfrm>
              <a:off x="2826032" y="2991271"/>
              <a:ext cx="895374" cy="11486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3959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711" r:id="rId29"/>
    <p:sldLayoutId id="2147483712" r:id="rId30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733" b="0">
          <a:solidFill>
            <a:schemeClr val="accent6"/>
          </a:solidFill>
          <a:latin typeface="Bogle" charset="0"/>
          <a:ea typeface="Bogle" charset="0"/>
          <a:cs typeface="Bogle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9pPr>
    </p:titleStyle>
    <p:bodyStyle>
      <a:lvl1pPr marL="365751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SzPct val="120000"/>
        <a:buFont typeface="Times" pitchFamily="18" charset="0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1pPr>
      <a:lvl2pPr marL="609585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–"/>
        <a:defRPr sz="2400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2pPr>
      <a:lvl3pPr marL="975336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Font typeface="Times" pitchFamily="18" charset="0"/>
        <a:buChar char="•"/>
        <a:defRPr sz="2133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3pPr>
      <a:lvl4pPr marL="1341086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Font typeface="Estrangelo Edessa" panose="03080600000000000000" pitchFamily="66" charset="0"/>
        <a:buChar char="›"/>
        <a:defRPr sz="1867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4pPr>
      <a:lvl5pPr marL="1706837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»"/>
        <a:defRPr sz="1867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5pPr>
      <a:lvl6pPr marL="2743131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352716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3962301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4571886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002287-43AE-984A-B16C-545A738A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9E9FD-CE43-9546-8B5B-18B379FEB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D6C85FB1-F8FD-C741-A2DC-BBB4E52014C6}"/>
              </a:ext>
            </a:extLst>
          </p:cNvPr>
          <p:cNvSpPr txBox="1">
            <a:spLocks/>
          </p:cNvSpPr>
          <p:nvPr/>
        </p:nvSpPr>
        <p:spPr>
          <a:xfrm>
            <a:off x="11236050" y="6619391"/>
            <a:ext cx="27706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1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000">
                <a:solidFill>
                  <a:srgbClr val="0B1438"/>
                </a:solidFill>
              </a:rPr>
              <a:pPr/>
              <a:t>‹#›</a:t>
            </a:fld>
            <a:endParaRPr lang="en-US" sz="1000">
              <a:solidFill>
                <a:srgbClr val="0B1438"/>
              </a:solidFill>
            </a:endParaRPr>
          </a:p>
        </p:txBody>
      </p:sp>
      <p:sp>
        <p:nvSpPr>
          <p:cNvPr id="9" name="object 33">
            <a:extLst>
              <a:ext uri="{FF2B5EF4-FFF2-40B4-BE49-F238E27FC236}">
                <a16:creationId xmlns:a16="http://schemas.microsoft.com/office/drawing/2014/main" id="{64188B49-E268-6A49-BD04-4EA18EBAD2D0}"/>
              </a:ext>
            </a:extLst>
          </p:cNvPr>
          <p:cNvSpPr txBox="1">
            <a:spLocks/>
          </p:cNvSpPr>
          <p:nvPr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/>
              <a:t> 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11"/>
              <a:t> 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3B5214-62ED-F345-B6DE-317510A78A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14125" y="9525"/>
            <a:ext cx="777875" cy="777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11680D-3CC3-2D4E-8062-3CF346BB92A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91" y="6394083"/>
            <a:ext cx="3093547" cy="56246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A47C7FB-56C9-452B-BA3E-212EF996FFFD}"/>
              </a:ext>
            </a:extLst>
          </p:cNvPr>
          <p:cNvGrpSpPr/>
          <p:nvPr/>
        </p:nvGrpSpPr>
        <p:grpSpPr>
          <a:xfrm>
            <a:off x="-2352501" y="449361"/>
            <a:ext cx="1971501" cy="3367772"/>
            <a:chOff x="-2352501" y="449361"/>
            <a:chExt cx="1971501" cy="336777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C283B5-7826-4A51-9B89-A7C41DE0D688}"/>
                </a:ext>
              </a:extLst>
            </p:cNvPr>
            <p:cNvSpPr/>
            <p:nvPr/>
          </p:nvSpPr>
          <p:spPr>
            <a:xfrm>
              <a:off x="-609600" y="2189339"/>
              <a:ext cx="228600" cy="228600"/>
            </a:xfrm>
            <a:prstGeom prst="rect">
              <a:avLst/>
            </a:prstGeom>
            <a:solidFill>
              <a:srgbClr val="FFC2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AB1459-2B19-4BF9-AB56-9E824460C74B}"/>
                </a:ext>
              </a:extLst>
            </p:cNvPr>
            <p:cNvSpPr/>
            <p:nvPr/>
          </p:nvSpPr>
          <p:spPr>
            <a:xfrm>
              <a:off x="-609600" y="3206399"/>
              <a:ext cx="228600" cy="228600"/>
            </a:xfrm>
            <a:prstGeom prst="rect">
              <a:avLst/>
            </a:prstGeom>
            <a:solidFill>
              <a:srgbClr val="EE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2620583-C671-42D6-8299-267BF1BCD21E}"/>
                </a:ext>
              </a:extLst>
            </p:cNvPr>
            <p:cNvGrpSpPr/>
            <p:nvPr/>
          </p:nvGrpSpPr>
          <p:grpSpPr>
            <a:xfrm>
              <a:off x="-2338086" y="449361"/>
              <a:ext cx="1957086" cy="307777"/>
              <a:chOff x="-2338086" y="449361"/>
              <a:chExt cx="1957086" cy="307777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1FC736-8583-45E2-AEA7-F2AB9823A4DD}"/>
                  </a:ext>
                </a:extLst>
              </p:cNvPr>
              <p:cNvSpPr/>
              <p:nvPr/>
            </p:nvSpPr>
            <p:spPr>
              <a:xfrm>
                <a:off x="-609600" y="488950"/>
                <a:ext cx="228600" cy="228600"/>
              </a:xfrm>
              <a:prstGeom prst="rect">
                <a:avLst/>
              </a:prstGeom>
              <a:solidFill>
                <a:srgbClr val="081F2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81F2C"/>
                  </a:solidFill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CEB40F3-763A-456D-A08A-D35948D5EAB3}"/>
                  </a:ext>
                </a:extLst>
              </p:cNvPr>
              <p:cNvSpPr txBox="1"/>
              <p:nvPr/>
            </p:nvSpPr>
            <p:spPr>
              <a:xfrm>
                <a:off x="-2338086" y="449361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8 / 31/ 44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39092E9-DF4D-42EA-B27D-08B70BF3749B}"/>
                </a:ext>
              </a:extLst>
            </p:cNvPr>
            <p:cNvGrpSpPr/>
            <p:nvPr/>
          </p:nvGrpSpPr>
          <p:grpSpPr>
            <a:xfrm>
              <a:off x="-2352501" y="790144"/>
              <a:ext cx="1971501" cy="307777"/>
              <a:chOff x="-2352501" y="790144"/>
              <a:chExt cx="1971501" cy="307777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C0D4BBE-3348-41E9-B715-ADEFA3839BC2}"/>
                  </a:ext>
                </a:extLst>
              </p:cNvPr>
              <p:cNvSpPr/>
              <p:nvPr/>
            </p:nvSpPr>
            <p:spPr>
              <a:xfrm>
                <a:off x="-609600" y="829733"/>
                <a:ext cx="228600" cy="228600"/>
              </a:xfrm>
              <a:prstGeom prst="rect">
                <a:avLst/>
              </a:prstGeom>
              <a:solidFill>
                <a:srgbClr val="78B9E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8B9E7"/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6EB7307-A7A9-4299-BC58-BE30596658A1}"/>
                  </a:ext>
                </a:extLst>
              </p:cNvPr>
              <p:cNvSpPr txBox="1"/>
              <p:nvPr/>
            </p:nvSpPr>
            <p:spPr>
              <a:xfrm>
                <a:off x="-2352501" y="790144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120 / 185 / 231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04766AC-AEF9-477A-AC81-00AE8FA76A96}"/>
                </a:ext>
              </a:extLst>
            </p:cNvPr>
            <p:cNvGrpSpPr/>
            <p:nvPr/>
          </p:nvGrpSpPr>
          <p:grpSpPr>
            <a:xfrm>
              <a:off x="-2352501" y="1471710"/>
              <a:ext cx="1971501" cy="307777"/>
              <a:chOff x="-2352501" y="1471710"/>
              <a:chExt cx="1971501" cy="307777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DF837DA-A7AA-4FA9-B784-79A2E096E625}"/>
                  </a:ext>
                </a:extLst>
              </p:cNvPr>
              <p:cNvSpPr/>
              <p:nvPr/>
            </p:nvSpPr>
            <p:spPr>
              <a:xfrm>
                <a:off x="-609600" y="1511299"/>
                <a:ext cx="228600" cy="228600"/>
              </a:xfrm>
              <a:prstGeom prst="rect">
                <a:avLst/>
              </a:prstGeom>
              <a:solidFill>
                <a:srgbClr val="0070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1CE"/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04D9A2D-16B6-4003-A138-147D2A75FA93}"/>
                  </a:ext>
                </a:extLst>
              </p:cNvPr>
              <p:cNvSpPr txBox="1"/>
              <p:nvPr/>
            </p:nvSpPr>
            <p:spPr>
              <a:xfrm>
                <a:off x="-2352501" y="147171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0 / 112 / 206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FA03A35-7EA5-40A3-8A26-2F2ECABB54E3}"/>
                </a:ext>
              </a:extLst>
            </p:cNvPr>
            <p:cNvGrpSpPr/>
            <p:nvPr/>
          </p:nvGrpSpPr>
          <p:grpSpPr>
            <a:xfrm>
              <a:off x="-2352501" y="1810730"/>
              <a:ext cx="1971501" cy="307777"/>
              <a:chOff x="-2352501" y="1810730"/>
              <a:chExt cx="1971501" cy="307777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EF2FB6D-2CCC-4415-99A7-33AEB5A96599}"/>
                  </a:ext>
                </a:extLst>
              </p:cNvPr>
              <p:cNvSpPr/>
              <p:nvPr/>
            </p:nvSpPr>
            <p:spPr>
              <a:xfrm>
                <a:off x="-609600" y="1850319"/>
                <a:ext cx="228600" cy="228600"/>
              </a:xfrm>
              <a:prstGeom prst="rect">
                <a:avLst/>
              </a:prstGeom>
              <a:solidFill>
                <a:srgbClr val="EB148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AE297AF-DCAC-4D8E-B0FE-1F3A8C42342B}"/>
                  </a:ext>
                </a:extLst>
              </p:cNvPr>
              <p:cNvSpPr txBox="1"/>
              <p:nvPr/>
            </p:nvSpPr>
            <p:spPr>
              <a:xfrm>
                <a:off x="-2352501" y="181073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235 / 20 / 141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CD8E2D3-8159-4572-A1AF-9DBF1D63FC58}"/>
                </a:ext>
              </a:extLst>
            </p:cNvPr>
            <p:cNvSpPr txBox="1"/>
            <p:nvPr/>
          </p:nvSpPr>
          <p:spPr>
            <a:xfrm>
              <a:off x="-2338086" y="2149750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255 / 194 / 32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10ED7E1-CE4F-4690-9F78-3ED0C88CB9D4}"/>
                </a:ext>
              </a:extLst>
            </p:cNvPr>
            <p:cNvGrpSpPr/>
            <p:nvPr/>
          </p:nvGrpSpPr>
          <p:grpSpPr>
            <a:xfrm>
              <a:off x="-2338086" y="2487726"/>
              <a:ext cx="1957086" cy="307777"/>
              <a:chOff x="-2338086" y="2487726"/>
              <a:chExt cx="1957086" cy="307777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6B34E14-6436-4CC0-A4AE-12C013E12EF0}"/>
                  </a:ext>
                </a:extLst>
              </p:cNvPr>
              <p:cNvSpPr/>
              <p:nvPr/>
            </p:nvSpPr>
            <p:spPr>
              <a:xfrm>
                <a:off x="-609600" y="2528359"/>
                <a:ext cx="228600" cy="228600"/>
              </a:xfrm>
              <a:prstGeom prst="rect">
                <a:avLst/>
              </a:prstGeom>
              <a:solidFill>
                <a:srgbClr val="76C04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3BE7F54-6D3E-4E06-9552-E973C7BE142B}"/>
                  </a:ext>
                </a:extLst>
              </p:cNvPr>
              <p:cNvSpPr txBox="1"/>
              <p:nvPr/>
            </p:nvSpPr>
            <p:spPr>
              <a:xfrm>
                <a:off x="-2338086" y="248772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118 / 192 / 67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9735A56-A3A2-400E-8D24-18857B99577B}"/>
                </a:ext>
              </a:extLst>
            </p:cNvPr>
            <p:cNvGrpSpPr/>
            <p:nvPr/>
          </p:nvGrpSpPr>
          <p:grpSpPr>
            <a:xfrm>
              <a:off x="-2338086" y="2825702"/>
              <a:ext cx="1957086" cy="307777"/>
              <a:chOff x="-2338086" y="2825702"/>
              <a:chExt cx="1957086" cy="307777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62C4DB5-52CD-4797-937E-38A31ED5D70D}"/>
                  </a:ext>
                </a:extLst>
              </p:cNvPr>
              <p:cNvSpPr/>
              <p:nvPr/>
            </p:nvSpPr>
            <p:spPr>
              <a:xfrm>
                <a:off x="-609600" y="2867379"/>
                <a:ext cx="228600" cy="228600"/>
              </a:xfrm>
              <a:prstGeom prst="rect">
                <a:avLst/>
              </a:prstGeom>
              <a:solidFill>
                <a:srgbClr val="F475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E42E933-8E73-4BAE-8F79-36B257118F7C}"/>
                  </a:ext>
                </a:extLst>
              </p:cNvPr>
              <p:cNvSpPr txBox="1"/>
              <p:nvPr/>
            </p:nvSpPr>
            <p:spPr>
              <a:xfrm>
                <a:off x="-2338086" y="2825702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244 / 117 / 33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23DDFED-7FD0-4300-8BFA-A2EE13683C58}"/>
                </a:ext>
              </a:extLst>
            </p:cNvPr>
            <p:cNvSpPr txBox="1"/>
            <p:nvPr/>
          </p:nvSpPr>
          <p:spPr>
            <a:xfrm>
              <a:off x="-2338086" y="3161651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238 / 59 / 42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EA0E503-2376-447E-97CE-AD6CCFB64935}"/>
                </a:ext>
              </a:extLst>
            </p:cNvPr>
            <p:cNvGrpSpPr/>
            <p:nvPr/>
          </p:nvGrpSpPr>
          <p:grpSpPr>
            <a:xfrm>
              <a:off x="-2338086" y="3509356"/>
              <a:ext cx="1957086" cy="307777"/>
              <a:chOff x="-2338086" y="3509356"/>
              <a:chExt cx="1957086" cy="307777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0E6D90E-A361-4990-920A-3D3599798534}"/>
                  </a:ext>
                </a:extLst>
              </p:cNvPr>
              <p:cNvSpPr/>
              <p:nvPr/>
            </p:nvSpPr>
            <p:spPr>
              <a:xfrm>
                <a:off x="-609600" y="3545417"/>
                <a:ext cx="228600" cy="228600"/>
              </a:xfrm>
              <a:prstGeom prst="rect">
                <a:avLst/>
              </a:prstGeom>
              <a:solidFill>
                <a:srgbClr val="3F3F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B349AB5-FC33-43FA-A03A-1E68C5107600}"/>
                  </a:ext>
                </a:extLst>
              </p:cNvPr>
              <p:cNvSpPr txBox="1"/>
              <p:nvPr/>
            </p:nvSpPr>
            <p:spPr>
              <a:xfrm>
                <a:off x="-2338086" y="350935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63 / 63 / 64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09778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404041"/>
          </a:solidFill>
          <a:latin typeface="Bogle" panose="020B050302020306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93800"/>
            <a:ext cx="10972800" cy="4752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31280"/>
            <a:ext cx="12192000" cy="42672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Lato Light" panose="020F0302020204030203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8257"/>
            <a:ext cx="10972800" cy="666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711200" y="6431279"/>
            <a:ext cx="609600" cy="42672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ctr">
              <a:defRPr sz="1333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3" name="Group 42"/>
          <p:cNvGrpSpPr/>
          <p:nvPr/>
        </p:nvGrpSpPr>
        <p:grpSpPr>
          <a:xfrm>
            <a:off x="9956800" y="6495043"/>
            <a:ext cx="1625600" cy="332688"/>
            <a:chOff x="2826032" y="2866132"/>
            <a:chExt cx="6368767" cy="1303397"/>
          </a:xfrm>
        </p:grpSpPr>
        <p:pic>
          <p:nvPicPr>
            <p:cNvPr id="44" name="Picture 43"/>
            <p:cNvPicPr>
              <a:picLocks noChangeAspect="1"/>
            </p:cNvPicPr>
            <p:nvPr userDrawn="1"/>
          </p:nvPicPr>
          <p:blipFill rotWithShape="1">
            <a:blip r:embed="rId3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7060"/>
            <a:stretch/>
          </p:blipFill>
          <p:spPr>
            <a:xfrm>
              <a:off x="3865565" y="2866132"/>
              <a:ext cx="3400259" cy="1303397"/>
            </a:xfrm>
            <a:prstGeom prst="rect">
              <a:avLst/>
            </a:prstGeom>
          </p:spPr>
        </p:pic>
        <p:pic>
          <p:nvPicPr>
            <p:cNvPr id="45" name="Picture 44"/>
            <p:cNvPicPr>
              <a:picLocks noChangeAspect="1"/>
            </p:cNvPicPr>
            <p:nvPr userDrawn="1"/>
          </p:nvPicPr>
          <p:blipFill rotWithShape="1">
            <a:blip r:embed="rId3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71395"/>
            <a:stretch/>
          </p:blipFill>
          <p:spPr>
            <a:xfrm>
              <a:off x="7357533" y="2866132"/>
              <a:ext cx="1837266" cy="1303397"/>
            </a:xfrm>
            <a:prstGeom prst="rect">
              <a:avLst/>
            </a:prstGeom>
          </p:spPr>
        </p:pic>
        <p:pic>
          <p:nvPicPr>
            <p:cNvPr id="46" name="Picture 45"/>
            <p:cNvPicPr>
              <a:picLocks noChangeAspect="1"/>
            </p:cNvPicPr>
            <p:nvPr userDrawn="1"/>
          </p:nvPicPr>
          <p:blipFill rotWithShape="1">
            <a:blip r:embed="rId3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3863" r="30319"/>
            <a:stretch/>
          </p:blipFill>
          <p:spPr>
            <a:xfrm>
              <a:off x="2826032" y="2991271"/>
              <a:ext cx="895374" cy="11486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0187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  <p:sldLayoutId id="2147483743" r:id="rId21"/>
    <p:sldLayoutId id="2147483744" r:id="rId22"/>
    <p:sldLayoutId id="2147483745" r:id="rId23"/>
    <p:sldLayoutId id="2147483746" r:id="rId24"/>
    <p:sldLayoutId id="2147483747" r:id="rId25"/>
    <p:sldLayoutId id="2147483748" r:id="rId26"/>
    <p:sldLayoutId id="2147483749" r:id="rId27"/>
    <p:sldLayoutId id="2147483750" r:id="rId28"/>
    <p:sldLayoutId id="2147483751" r:id="rId29"/>
    <p:sldLayoutId id="2147483752" r:id="rId30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733" b="0">
          <a:solidFill>
            <a:schemeClr val="accent6"/>
          </a:solidFill>
          <a:latin typeface="Bogle" charset="0"/>
          <a:ea typeface="Bogle" charset="0"/>
          <a:cs typeface="Bogle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9pPr>
    </p:titleStyle>
    <p:bodyStyle>
      <a:lvl1pPr marL="365751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SzPct val="120000"/>
        <a:buFont typeface="Times" pitchFamily="18" charset="0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1pPr>
      <a:lvl2pPr marL="609585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–"/>
        <a:defRPr sz="2400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2pPr>
      <a:lvl3pPr marL="975336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Font typeface="Times" pitchFamily="18" charset="0"/>
        <a:buChar char="•"/>
        <a:defRPr sz="2133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3pPr>
      <a:lvl4pPr marL="1341086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Font typeface="Estrangelo Edessa" panose="03080600000000000000" pitchFamily="66" charset="0"/>
        <a:buChar char="›"/>
        <a:defRPr sz="1867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4pPr>
      <a:lvl5pPr marL="1706837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»"/>
        <a:defRPr sz="1867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5pPr>
      <a:lvl6pPr marL="2743131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352716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3962301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4571886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3">
            <a:extLst>
              <a:ext uri="{FF2B5EF4-FFF2-40B4-BE49-F238E27FC236}">
                <a16:creationId xmlns:a16="http://schemas.microsoft.com/office/drawing/2014/main" id="{EF288915-7E5B-9143-8B8C-0F0DC3D0980D}"/>
              </a:ext>
            </a:extLst>
          </p:cNvPr>
          <p:cNvSpPr txBox="1">
            <a:spLocks/>
          </p:cNvSpPr>
          <p:nvPr userDrawn="1"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</p:spTree>
    <p:extLst>
      <p:ext uri="{BB962C8B-B14F-4D97-AF65-F5344CB8AC3E}">
        <p14:creationId xmlns:p14="http://schemas.microsoft.com/office/powerpoint/2010/main" val="4186338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20.png"/><Relationship Id="rId18" Type="http://schemas.openxmlformats.org/officeDocument/2006/relationships/slide" Target="slide17.xml"/><Relationship Id="rId3" Type="http://schemas.openxmlformats.org/officeDocument/2006/relationships/slide" Target="slide6.xml"/><Relationship Id="rId21" Type="http://schemas.openxmlformats.org/officeDocument/2006/relationships/slide" Target="slide20.xml"/><Relationship Id="rId7" Type="http://schemas.openxmlformats.org/officeDocument/2006/relationships/image" Target="../media/image100.png"/><Relationship Id="rId12" Type="http://schemas.openxmlformats.org/officeDocument/2006/relationships/slide" Target="slide12.xml"/><Relationship Id="rId17" Type="http://schemas.openxmlformats.org/officeDocument/2006/relationships/image" Target="../media/image14.png"/><Relationship Id="rId2" Type="http://schemas.openxmlformats.org/officeDocument/2006/relationships/image" Target="../media/image9.png"/><Relationship Id="rId16" Type="http://schemas.openxmlformats.org/officeDocument/2006/relationships/image" Target="../media/image130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42.xml"/><Relationship Id="rId6" Type="http://schemas.openxmlformats.org/officeDocument/2006/relationships/slide" Target="slide7.xml"/><Relationship Id="rId11" Type="http://schemas.openxmlformats.org/officeDocument/2006/relationships/image" Target="../media/image12.png"/><Relationship Id="rId5" Type="http://schemas.openxmlformats.org/officeDocument/2006/relationships/image" Target="../media/image10.png"/><Relationship Id="rId15" Type="http://schemas.openxmlformats.org/officeDocument/2006/relationships/slide" Target="slide15.xml"/><Relationship Id="rId10" Type="http://schemas.openxmlformats.org/officeDocument/2006/relationships/image" Target="../media/image110.png"/><Relationship Id="rId19" Type="http://schemas.openxmlformats.org/officeDocument/2006/relationships/image" Target="../media/image140.png"/><Relationship Id="rId4" Type="http://schemas.openxmlformats.org/officeDocument/2006/relationships/image" Target="../media/image90.png"/><Relationship Id="rId9" Type="http://schemas.openxmlformats.org/officeDocument/2006/relationships/slide" Target="slide8.xml"/><Relationship Id="rId14" Type="http://schemas.openxmlformats.org/officeDocument/2006/relationships/image" Target="../media/image13.png"/><Relationship Id="rId22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image" Target="../media/image18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6.png"/><Relationship Id="rId12" Type="http://schemas.openxmlformats.org/officeDocument/2006/relationships/image" Target="../media/image17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2.xml"/><Relationship Id="rId6" Type="http://schemas.microsoft.com/office/2007/relationships/diagramDrawing" Target="../diagrams/drawing1.xml"/><Relationship Id="rId11" Type="http://schemas.openxmlformats.org/officeDocument/2006/relationships/slide" Target="slide10.xml"/><Relationship Id="rId5" Type="http://schemas.openxmlformats.org/officeDocument/2006/relationships/diagramColors" Target="../diagrams/colors1.xml"/><Relationship Id="rId15" Type="http://schemas.openxmlformats.org/officeDocument/2006/relationships/image" Target="../media/image170.png"/><Relationship Id="rId10" Type="http://schemas.openxmlformats.org/officeDocument/2006/relationships/image" Target="../media/image17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6.png"/><Relationship Id="rId14" Type="http://schemas.openxmlformats.org/officeDocument/2006/relationships/slide" Target="slide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9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539304F-5588-4142-A91C-75DA24DEEA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251" t="14812" r="18640" b="22032"/>
          <a:stretch/>
        </p:blipFill>
        <p:spPr>
          <a:xfrm>
            <a:off x="3985437" y="744906"/>
            <a:ext cx="4221125" cy="3264197"/>
          </a:xfrm>
          <a:prstGeom prst="rect">
            <a:avLst/>
          </a:prstGeom>
        </p:spPr>
      </p:pic>
      <p:sp>
        <p:nvSpPr>
          <p:cNvPr id="13" name="object 10">
            <a:extLst>
              <a:ext uri="{FF2B5EF4-FFF2-40B4-BE49-F238E27FC236}">
                <a16:creationId xmlns:a16="http://schemas.microsoft.com/office/drawing/2014/main" id="{EA4DAB1C-F0D2-1F45-80F4-E09A620A6446}"/>
              </a:ext>
            </a:extLst>
          </p:cNvPr>
          <p:cNvSpPr txBox="1"/>
          <p:nvPr/>
        </p:nvSpPr>
        <p:spPr>
          <a:xfrm>
            <a:off x="241160" y="4327383"/>
            <a:ext cx="11705034" cy="1446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3200" b="1" dirty="0">
                <a:solidFill>
                  <a:srgbClr val="0D1D2B"/>
                </a:solidFill>
                <a:latin typeface="Bogle"/>
                <a:cs typeface="Bogle"/>
              </a:rPr>
              <a:t>MMIC Problem Statement</a:t>
            </a: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endParaRPr lang="en-US" sz="2000" dirty="0">
              <a:solidFill>
                <a:srgbClr val="0D1D2B"/>
              </a:solidFill>
              <a:latin typeface="Bogle"/>
              <a:cs typeface="Bogle"/>
            </a:endParaRP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1400" dirty="0">
                <a:solidFill>
                  <a:srgbClr val="0D1D2B"/>
                </a:solidFill>
                <a:latin typeface="Bogle"/>
                <a:cs typeface="Bogle"/>
              </a:rPr>
              <a:t>Name: Rishabh Thapliyal</a:t>
            </a: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1400" dirty="0">
                <a:solidFill>
                  <a:srgbClr val="0D1D2B"/>
                </a:solidFill>
                <a:latin typeface="Bogle"/>
                <a:cs typeface="Bogle"/>
              </a:rPr>
              <a:t>Mentor: Syed Faraz Ali &amp; Mallikharjuna MV</a:t>
            </a: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1400" dirty="0">
                <a:solidFill>
                  <a:srgbClr val="0D1D2B"/>
                </a:solidFill>
                <a:latin typeface="Bogle"/>
                <a:cs typeface="Bogle"/>
              </a:rPr>
              <a:t>Manager: Subhasish Misra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DCA871-E2A3-45B2-8375-5E9A8FDFE760}"/>
              </a:ext>
            </a:extLst>
          </p:cNvPr>
          <p:cNvSpPr txBox="1"/>
          <p:nvPr/>
        </p:nvSpPr>
        <p:spPr>
          <a:xfrm>
            <a:off x="3985437" y="6018963"/>
            <a:ext cx="4384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July 21</a:t>
            </a:r>
            <a:r>
              <a:rPr lang="en-US" baseline="30000" dirty="0">
                <a:solidFill>
                  <a:schemeClr val="accent2"/>
                </a:solidFill>
              </a:rPr>
              <a:t>st</a:t>
            </a:r>
            <a:r>
              <a:rPr lang="en-US" dirty="0">
                <a:solidFill>
                  <a:schemeClr val="accent2"/>
                </a:solidFill>
              </a:rPr>
              <a:t>, 2021</a:t>
            </a:r>
          </a:p>
        </p:txBody>
      </p:sp>
    </p:spTree>
    <p:extLst>
      <p:ext uri="{BB962C8B-B14F-4D97-AF65-F5344CB8AC3E}">
        <p14:creationId xmlns:p14="http://schemas.microsoft.com/office/powerpoint/2010/main" val="3803767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8E75E-89E3-44E8-AACE-9C390E0F3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E0423-1B73-49A8-91C1-E274D79E0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5625"/>
            <a:ext cx="10515600" cy="440055"/>
          </a:xfr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>
            <a:noAutofit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5EA557-8F88-4BEC-AA5E-C101A2471FD5}"/>
              </a:ext>
            </a:extLst>
          </p:cNvPr>
          <p:cNvSpPr txBox="1">
            <a:spLocks/>
          </p:cNvSpPr>
          <p:nvPr/>
        </p:nvSpPr>
        <p:spPr>
          <a:xfrm>
            <a:off x="457200" y="2491422"/>
            <a:ext cx="10515600" cy="205944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EDA</a:t>
            </a:r>
          </a:p>
          <a:p>
            <a:r>
              <a:rPr lang="en-US" dirty="0"/>
              <a:t>Text cleaning</a:t>
            </a:r>
          </a:p>
          <a:p>
            <a:r>
              <a:rPr lang="en-US" dirty="0"/>
              <a:t>Models</a:t>
            </a:r>
          </a:p>
          <a:p>
            <a:r>
              <a:rPr lang="en-US" dirty="0"/>
              <a:t>Data augmentation</a:t>
            </a:r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9E4CD63-8E92-4EED-A46B-34CF6C50B7E2}"/>
              </a:ext>
            </a:extLst>
          </p:cNvPr>
          <p:cNvSpPr txBox="1">
            <a:spLocks/>
          </p:cNvSpPr>
          <p:nvPr/>
        </p:nvSpPr>
        <p:spPr>
          <a:xfrm>
            <a:off x="457200" y="4741548"/>
            <a:ext cx="10515600" cy="129526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Evaluation metric</a:t>
            </a:r>
          </a:p>
          <a:p>
            <a:r>
              <a:rPr lang="en-US" dirty="0"/>
              <a:t>Fuzzy matching of feature</a:t>
            </a:r>
          </a:p>
          <a:p>
            <a:r>
              <a:rPr lang="en-US" dirty="0"/>
              <a:t>Final result</a:t>
            </a:r>
          </a:p>
        </p:txBody>
      </p:sp>
    </p:spTree>
    <p:extLst>
      <p:ext uri="{BB962C8B-B14F-4D97-AF65-F5344CB8AC3E}">
        <p14:creationId xmlns:p14="http://schemas.microsoft.com/office/powerpoint/2010/main" val="3122746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BD6B-E692-417F-B120-D3F82335A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080" y="284481"/>
            <a:ext cx="105156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E24DD-3CEE-4C34-AD1F-19AFF95A9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080" y="1473693"/>
            <a:ext cx="2915903" cy="408374"/>
          </a:xfr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Business Objective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3E1C065-80E2-48E9-B8CD-D478E0EE87F4}"/>
              </a:ext>
            </a:extLst>
          </p:cNvPr>
          <p:cNvSpPr txBox="1">
            <a:spLocks/>
          </p:cNvSpPr>
          <p:nvPr/>
        </p:nvSpPr>
        <p:spPr>
          <a:xfrm>
            <a:off x="3838508" y="1122680"/>
            <a:ext cx="7955280" cy="198437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20000"/>
              </a:lnSpc>
            </a:pPr>
            <a:r>
              <a:rPr lang="en-US" dirty="0"/>
              <a:t>The business objective here is to aggregate each market's sourcing data into a Global Sourcing Perspective.​</a:t>
            </a:r>
          </a:p>
          <a:p>
            <a:pPr lvl="1">
              <a:lnSpc>
                <a:spcPct val="120000"/>
              </a:lnSpc>
            </a:pPr>
            <a:r>
              <a:rPr lang="en-US" sz="1400" b="0" i="0" dirty="0"/>
              <a:t>Walmart is a global company and have millions of items across the markets.​</a:t>
            </a:r>
            <a:endParaRPr lang="en-US" sz="1400" i="0" dirty="0"/>
          </a:p>
          <a:p>
            <a:pPr lvl="1">
              <a:lnSpc>
                <a:spcPct val="120000"/>
              </a:lnSpc>
            </a:pPr>
            <a:r>
              <a:rPr lang="en-US" sz="1400" b="0" i="0" dirty="0"/>
              <a:t>Within each market have its own item hierarchy.​</a:t>
            </a:r>
          </a:p>
          <a:p>
            <a:pPr lvl="1">
              <a:lnSpc>
                <a:spcPct val="120000"/>
              </a:lnSpc>
            </a:pPr>
            <a:r>
              <a:rPr lang="en-US" sz="1400" b="0" i="0" dirty="0"/>
              <a:t>For Walmart to operate as a truly International Retailer, there is a need for a homogenous item hierarchy.</a:t>
            </a:r>
          </a:p>
          <a:p>
            <a:pPr lvl="1">
              <a:lnSpc>
                <a:spcPct val="120000"/>
              </a:lnSpc>
            </a:pPr>
            <a:r>
              <a:rPr lang="en-US" sz="1400" b="0" i="0" dirty="0"/>
              <a:t>This can help the sourcing partners to understand the economies of scale that have in their global sourcing of products for sale in stores. </a:t>
            </a:r>
            <a:r>
              <a:rPr lang="en-US" sz="1400" b="0" i="1" dirty="0"/>
              <a:t>​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410167-F633-46F7-B860-E344FA7E87CA}"/>
              </a:ext>
            </a:extLst>
          </p:cNvPr>
          <p:cNvSpPr txBox="1">
            <a:spLocks/>
          </p:cNvSpPr>
          <p:nvPr/>
        </p:nvSpPr>
        <p:spPr>
          <a:xfrm>
            <a:off x="386080" y="3649345"/>
            <a:ext cx="3017520" cy="408374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dirty="0">
                <a:solidFill>
                  <a:schemeClr val="bg2"/>
                </a:solidFill>
              </a:rPr>
              <a:t>Data science Objective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0F7BE0-7F20-489D-AFFE-79567D8690A0}"/>
              </a:ext>
            </a:extLst>
          </p:cNvPr>
          <p:cNvSpPr txBox="1">
            <a:spLocks/>
          </p:cNvSpPr>
          <p:nvPr/>
        </p:nvSpPr>
        <p:spPr>
          <a:xfrm>
            <a:off x="3891280" y="3429000"/>
            <a:ext cx="7914639" cy="956945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10000"/>
              </a:lnSpc>
            </a:pPr>
            <a:r>
              <a:rPr lang="en-US" sz="2400" dirty="0"/>
              <a:t>The main objective of this project is to identify the Category/ Subcategory (Variety) for a given item based on the set of item attributes for the particular item.​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159D32-D434-4563-B3A9-E5C1F90F7A0E}"/>
              </a:ext>
            </a:extLst>
          </p:cNvPr>
          <p:cNvCxnSpPr>
            <a:cxnSpLocks/>
          </p:cNvCxnSpPr>
          <p:nvPr/>
        </p:nvCxnSpPr>
        <p:spPr>
          <a:xfrm>
            <a:off x="3596640" y="1026160"/>
            <a:ext cx="0" cy="5454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2C792F7-F22A-4889-BBA4-148C3A1FBF3F}"/>
              </a:ext>
            </a:extLst>
          </p:cNvPr>
          <p:cNvSpPr txBox="1">
            <a:spLocks/>
          </p:cNvSpPr>
          <p:nvPr/>
        </p:nvSpPr>
        <p:spPr>
          <a:xfrm>
            <a:off x="650240" y="5170960"/>
            <a:ext cx="2489200" cy="426694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2"/>
                </a:solidFill>
              </a:rPr>
              <a:t>Data snapshot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8" name="Slide Zoom 17">
                <a:extLst>
                  <a:ext uri="{FF2B5EF4-FFF2-40B4-BE49-F238E27FC236}">
                    <a16:creationId xmlns:a16="http://schemas.microsoft.com/office/drawing/2014/main" id="{89618CB0-2F13-4384-A1C3-6F072036772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42936959"/>
                  </p:ext>
                </p:extLst>
              </p:nvPr>
            </p:nvGraphicFramePr>
            <p:xfrm>
              <a:off x="5547361" y="4693920"/>
              <a:ext cx="3048000" cy="1714500"/>
            </p:xfrm>
            <a:graphic>
              <a:graphicData uri="http://schemas.microsoft.com/office/powerpoint/2016/slidezoom">
                <pslz:sldZm>
                  <pslz:sldZmObj sldId="519" cId="3816811328">
                    <pslz:zmPr id="{2C2E6C47-0A45-4779-9B72-112CB6D1DA4A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19050">
                          <a:solidFill>
                            <a:schemeClr val="tx1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8" name="Slide Zoom 17">
                <a:extLst>
                  <a:ext uri="{FF2B5EF4-FFF2-40B4-BE49-F238E27FC236}">
                    <a16:creationId xmlns:a16="http://schemas.microsoft.com/office/drawing/2014/main" id="{89618CB0-2F13-4384-A1C3-6F072036772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47361" y="4693920"/>
                <a:ext cx="3048000" cy="1714500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</p:pic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0A341E-5893-4CA7-81AD-887A3DF6D1B1}"/>
              </a:ext>
            </a:extLst>
          </p:cNvPr>
          <p:cNvCxnSpPr/>
          <p:nvPr/>
        </p:nvCxnSpPr>
        <p:spPr>
          <a:xfrm>
            <a:off x="3403600" y="3335655"/>
            <a:ext cx="35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75873F5-E3DB-4406-A663-AD3144378977}"/>
              </a:ext>
            </a:extLst>
          </p:cNvPr>
          <p:cNvCxnSpPr/>
          <p:nvPr/>
        </p:nvCxnSpPr>
        <p:spPr>
          <a:xfrm>
            <a:off x="3403600" y="4624396"/>
            <a:ext cx="35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0114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EAEA6-403C-4CBA-8F29-70C507009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45725"/>
            <a:ext cx="10515600" cy="640080"/>
          </a:xfrm>
        </p:spPr>
        <p:txBody>
          <a:bodyPr>
            <a:noAutofit/>
          </a:bodyPr>
          <a:lstStyle/>
          <a:p>
            <a:r>
              <a:rPr lang="en-US" sz="3600" dirty="0"/>
              <a:t>Example of Hierarchy Inconsistency across markets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40658A-57FD-4A9C-AA66-FD8537582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70516"/>
              </p:ext>
            </p:extLst>
          </p:nvPr>
        </p:nvGraphicFramePr>
        <p:xfrm>
          <a:off x="1333018" y="1993961"/>
          <a:ext cx="9525964" cy="2870078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005198">
                  <a:extLst>
                    <a:ext uri="{9D8B030D-6E8A-4147-A177-3AD203B41FA5}">
                      <a16:colId xmlns:a16="http://schemas.microsoft.com/office/drawing/2014/main" val="2251256392"/>
                    </a:ext>
                  </a:extLst>
                </a:gridCol>
                <a:gridCol w="1042430">
                  <a:extLst>
                    <a:ext uri="{9D8B030D-6E8A-4147-A177-3AD203B41FA5}">
                      <a16:colId xmlns:a16="http://schemas.microsoft.com/office/drawing/2014/main" val="2665440736"/>
                    </a:ext>
                  </a:extLst>
                </a:gridCol>
                <a:gridCol w="2077315">
                  <a:extLst>
                    <a:ext uri="{9D8B030D-6E8A-4147-A177-3AD203B41FA5}">
                      <a16:colId xmlns:a16="http://schemas.microsoft.com/office/drawing/2014/main" val="598110038"/>
                    </a:ext>
                  </a:extLst>
                </a:gridCol>
                <a:gridCol w="2967594">
                  <a:extLst>
                    <a:ext uri="{9D8B030D-6E8A-4147-A177-3AD203B41FA5}">
                      <a16:colId xmlns:a16="http://schemas.microsoft.com/office/drawing/2014/main" val="977325720"/>
                    </a:ext>
                  </a:extLst>
                </a:gridCol>
                <a:gridCol w="2433427">
                  <a:extLst>
                    <a:ext uri="{9D8B030D-6E8A-4147-A177-3AD203B41FA5}">
                      <a16:colId xmlns:a16="http://schemas.microsoft.com/office/drawing/2014/main" val="2586055754"/>
                    </a:ext>
                  </a:extLst>
                </a:gridCol>
              </a:tblGrid>
              <a:tr h="28310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MARKET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ITEM_NBR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FINELINE_DESC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SIGNING_DESC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ITEM1_DESC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0857780"/>
                  </a:ext>
                </a:extLst>
              </a:tr>
              <a:tr h="34400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US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578948845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solidFill>
                            <a:srgbClr val="FF0000"/>
                          </a:solidFill>
                          <a:effectLst/>
                        </a:rPr>
                        <a:t>L/G WHITE RICE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RICELAND NATURAL LONG GRAIN </a:t>
                      </a:r>
                      <a:r>
                        <a:rPr lang="en-US" sz="1200" u="none" strike="noStrike">
                          <a:effectLst/>
                          <a:highlight>
                            <a:srgbClr val="FFFF00"/>
                          </a:highlight>
                        </a:rPr>
                        <a:t>BROWN </a:t>
                      </a:r>
                      <a:r>
                        <a:rPr lang="en-US" sz="1200" u="none" strike="noStrike">
                          <a:effectLst/>
                        </a:rPr>
                        <a:t>2LB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RICELAND </a:t>
                      </a:r>
                      <a:r>
                        <a:rPr lang="en-US" sz="1200" u="none" strike="noStrike">
                          <a:effectLst/>
                          <a:highlight>
                            <a:srgbClr val="FFFF00"/>
                          </a:highlight>
                        </a:rPr>
                        <a:t>BRN RCE </a:t>
                      </a:r>
                      <a:r>
                        <a:rPr lang="en-US" sz="1200" u="none" strike="noStrike">
                          <a:effectLst/>
                        </a:rPr>
                        <a:t>2LB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0864977"/>
                  </a:ext>
                </a:extLst>
              </a:tr>
              <a:tr h="33628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US SAMS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861273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RICE - PACKAGED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ORGANIC BROWN BASMATI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ECO ORG BASMATI 4LB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2630871"/>
                  </a:ext>
                </a:extLst>
              </a:tr>
              <a:tr h="24457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Canada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31604731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EA CALROSE RICE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DIAMOND G BROWN RICE - 15 LB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BROWN RICE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607873"/>
                  </a:ext>
                </a:extLst>
              </a:tr>
              <a:tr h="24457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Argentina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9286179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BROWN RICE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LUCCH BROWN RICE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LUCCH BROWN RICE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164914"/>
                  </a:ext>
                </a:extLst>
              </a:tr>
              <a:tr h="24457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Chile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618667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ARROZ PREPARADOS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BROWN RICE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INTEGRAL RICE 1 KG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8785768"/>
                  </a:ext>
                </a:extLst>
              </a:tr>
              <a:tr h="24457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China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21434658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GRAINS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BROWN RICE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BROWN RICE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2841244"/>
                  </a:ext>
                </a:extLst>
              </a:tr>
              <a:tr h="3599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China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20052137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NUTRITION POWDER PFS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BROWN RICE 150G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BROWN RICE 150G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6280535"/>
                  </a:ext>
                </a:extLst>
              </a:tr>
              <a:tr h="33628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Japan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87375904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BROWN RICE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BROWN RICE AKITA AKIKOMACHI.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RED-TAILED TACAMACHI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8321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6811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FBF82-67CE-4E28-A6C8-B99677CCC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38976"/>
            <a:ext cx="10515600" cy="584662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588C0-C609-4BFC-BE16-27B54EAA3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55939"/>
            <a:ext cx="2193367" cy="1798668"/>
          </a:xfr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marL="0" indent="0" algn="ctr">
              <a:buNone/>
            </a:pPr>
            <a:r>
              <a:rPr lang="en-US" dirty="0"/>
              <a:t>Data Acquisition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43266B7-CF3A-4080-BA35-60EAC27E843F}"/>
              </a:ext>
            </a:extLst>
          </p:cNvPr>
          <p:cNvSpPr txBox="1">
            <a:spLocks/>
          </p:cNvSpPr>
          <p:nvPr/>
        </p:nvSpPr>
        <p:spPr>
          <a:xfrm>
            <a:off x="1956359" y="3792737"/>
            <a:ext cx="2029132" cy="1681427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2"/>
                </a:solidFill>
              </a:rPr>
              <a:t>EDA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9AFF898-3220-4C0C-88AB-BBB866B8929E}"/>
              </a:ext>
            </a:extLst>
          </p:cNvPr>
          <p:cNvSpPr txBox="1">
            <a:spLocks/>
          </p:cNvSpPr>
          <p:nvPr/>
        </p:nvSpPr>
        <p:spPr>
          <a:xfrm>
            <a:off x="3597562" y="1455760"/>
            <a:ext cx="2353706" cy="179884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Text Cleaning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8F03151-932C-45E8-9783-785058C704E6}"/>
              </a:ext>
            </a:extLst>
          </p:cNvPr>
          <p:cNvSpPr txBox="1">
            <a:spLocks/>
          </p:cNvSpPr>
          <p:nvPr/>
        </p:nvSpPr>
        <p:spPr>
          <a:xfrm>
            <a:off x="5357089" y="3786909"/>
            <a:ext cx="2029132" cy="1804676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Analytical solution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93495AD-63F0-41F2-B46E-EA7E572DC11A}"/>
              </a:ext>
            </a:extLst>
          </p:cNvPr>
          <p:cNvSpPr txBox="1">
            <a:spLocks/>
          </p:cNvSpPr>
          <p:nvPr/>
        </p:nvSpPr>
        <p:spPr>
          <a:xfrm>
            <a:off x="7528264" y="1450112"/>
            <a:ext cx="2467992" cy="171643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Data augmentation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1683448-CE1F-44BF-8E35-2FA26C6F353F}"/>
              </a:ext>
            </a:extLst>
          </p:cNvPr>
          <p:cNvSpPr txBox="1">
            <a:spLocks/>
          </p:cNvSpPr>
          <p:nvPr/>
        </p:nvSpPr>
        <p:spPr>
          <a:xfrm>
            <a:off x="9543495" y="3786909"/>
            <a:ext cx="2175029" cy="1804676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bg1"/>
                </a:solidFill>
              </a:rPr>
              <a:t>Evaluation Metric &amp; Final Results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A9E40954-2DFC-4F9E-B4FF-714B37EA7B57}"/>
              </a:ext>
            </a:extLst>
          </p:cNvPr>
          <p:cNvCxnSpPr>
            <a:cxnSpLocks/>
            <a:stCxn id="5" idx="2"/>
            <a:endCxn id="6" idx="1"/>
          </p:cNvCxnSpPr>
          <p:nvPr/>
        </p:nvCxnSpPr>
        <p:spPr>
          <a:xfrm rot="16200000" flipH="1">
            <a:off x="4348433" y="3680590"/>
            <a:ext cx="1434639" cy="582674"/>
          </a:xfrm>
          <a:prstGeom prst="bentConnector2">
            <a:avLst/>
          </a:prstGeom>
          <a:ln w="19050">
            <a:solidFill>
              <a:schemeClr val="tx1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990E60D9-B69F-470A-A83A-BA558B6E7FEA}"/>
              </a:ext>
            </a:extLst>
          </p:cNvPr>
          <p:cNvCxnSpPr>
            <a:cxnSpLocks/>
            <a:stCxn id="3" idx="2"/>
            <a:endCxn id="4" idx="1"/>
          </p:cNvCxnSpPr>
          <p:nvPr/>
        </p:nvCxnSpPr>
        <p:spPr>
          <a:xfrm rot="16200000" flipH="1">
            <a:off x="1065699" y="3742791"/>
            <a:ext cx="1378844" cy="402475"/>
          </a:xfrm>
          <a:prstGeom prst="bentConnector2">
            <a:avLst/>
          </a:prstGeom>
          <a:ln w="19050">
            <a:solidFill>
              <a:schemeClr val="tx1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7D70F38B-8D9E-4047-A740-5BC7FDC6BB52}"/>
              </a:ext>
            </a:extLst>
          </p:cNvPr>
          <p:cNvCxnSpPr>
            <a:cxnSpLocks/>
            <a:stCxn id="7" idx="2"/>
            <a:endCxn id="8" idx="1"/>
          </p:cNvCxnSpPr>
          <p:nvPr/>
        </p:nvCxnSpPr>
        <p:spPr>
          <a:xfrm rot="16200000" flipH="1">
            <a:off x="8391529" y="3537280"/>
            <a:ext cx="1522697" cy="781235"/>
          </a:xfrm>
          <a:prstGeom prst="bentConnector2">
            <a:avLst/>
          </a:prstGeom>
          <a:ln w="19050">
            <a:solidFill>
              <a:schemeClr val="tx1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2862D776-98D4-4B3E-B772-8A2EB1E2D6AB}"/>
              </a:ext>
            </a:extLst>
          </p:cNvPr>
          <p:cNvCxnSpPr>
            <a:cxnSpLocks/>
            <a:stCxn id="4" idx="0"/>
            <a:endCxn id="5" idx="1"/>
          </p:cNvCxnSpPr>
          <p:nvPr/>
        </p:nvCxnSpPr>
        <p:spPr>
          <a:xfrm rot="5400000" flipH="1" flipV="1">
            <a:off x="2565467" y="2760643"/>
            <a:ext cx="1437553" cy="626637"/>
          </a:xfrm>
          <a:prstGeom prst="bentConnector2">
            <a:avLst/>
          </a:prstGeom>
          <a:ln w="19050">
            <a:solidFill>
              <a:schemeClr val="tx1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BEFADA6E-19F6-4776-97B6-41D7134E604C}"/>
              </a:ext>
            </a:extLst>
          </p:cNvPr>
          <p:cNvCxnSpPr>
            <a:cxnSpLocks/>
            <a:stCxn id="6" idx="0"/>
            <a:endCxn id="7" idx="1"/>
          </p:cNvCxnSpPr>
          <p:nvPr/>
        </p:nvCxnSpPr>
        <p:spPr>
          <a:xfrm rot="5400000" flipH="1" flipV="1">
            <a:off x="6210670" y="2469316"/>
            <a:ext cx="1478578" cy="1156609"/>
          </a:xfrm>
          <a:prstGeom prst="bentConnector2">
            <a:avLst/>
          </a:prstGeom>
          <a:ln w="19050">
            <a:solidFill>
              <a:schemeClr val="tx1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36" name="Section Zoom 35">
                <a:extLst>
                  <a:ext uri="{FF2B5EF4-FFF2-40B4-BE49-F238E27FC236}">
                    <a16:creationId xmlns:a16="http://schemas.microsoft.com/office/drawing/2014/main" id="{42DFEC54-60C5-4BEB-8849-A714425703B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00238565"/>
                  </p:ext>
                </p:extLst>
              </p:nvPr>
            </p:nvGraphicFramePr>
            <p:xfrm>
              <a:off x="1546268" y="2651935"/>
              <a:ext cx="898115" cy="505190"/>
            </p:xfrm>
            <a:graphic>
              <a:graphicData uri="http://schemas.microsoft.com/office/powerpoint/2016/sectionzoom">
                <psez:sectionZm>
                  <psez:sectionZmObj sectionId="{2C56A056-B537-4C03-B0F3-39885BA607CC}">
                    <psez:zmPr id="{E34F890B-169D-4240-BAC8-3B7C739E2E2E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98115" cy="50519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36" name="Section Zoom 35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42DFEC54-60C5-4BEB-8849-A714425703B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6268" y="2651935"/>
                <a:ext cx="898115" cy="50519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38" name="Section Zoom 37">
                <a:extLst>
                  <a:ext uri="{FF2B5EF4-FFF2-40B4-BE49-F238E27FC236}">
                    <a16:creationId xmlns:a16="http://schemas.microsoft.com/office/drawing/2014/main" id="{8379AD6D-D120-47D8-8D84-EF34DB8DAAC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49201867"/>
                  </p:ext>
                </p:extLst>
              </p:nvPr>
            </p:nvGraphicFramePr>
            <p:xfrm>
              <a:off x="2829760" y="4807910"/>
              <a:ext cx="1033462" cy="581322"/>
            </p:xfrm>
            <a:graphic>
              <a:graphicData uri="http://schemas.microsoft.com/office/powerpoint/2016/sectionzoom">
                <psez:sectionZm>
                  <psez:sectionZmObj sectionId="{8D0A14D4-EEDB-4244-9B1A-D6D214D9F395}">
                    <psez:zmPr id="{B82044C7-8FE1-4520-9C2C-443273F4F23D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033462" cy="58132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38" name="Section Zoom 37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8379AD6D-D120-47D8-8D84-EF34DB8DAAC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29760" y="4807910"/>
                <a:ext cx="1033462" cy="58132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1" name="Section Zoom 10">
                <a:extLst>
                  <a:ext uri="{FF2B5EF4-FFF2-40B4-BE49-F238E27FC236}">
                    <a16:creationId xmlns:a16="http://schemas.microsoft.com/office/drawing/2014/main" id="{1494C6E3-A20C-4FF8-8EBF-06659E2BD3A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69558571"/>
                  </p:ext>
                </p:extLst>
              </p:nvPr>
            </p:nvGraphicFramePr>
            <p:xfrm>
              <a:off x="4914910" y="2683725"/>
              <a:ext cx="841600" cy="473400"/>
            </p:xfrm>
            <a:graphic>
              <a:graphicData uri="http://schemas.microsoft.com/office/powerpoint/2016/sectionzoom">
                <psez:sectionZm>
                  <psez:sectionZmObj sectionId="{4AE6B8B3-09A0-44A4-A38B-F7DF909CD3AA}">
                    <psez:zmPr id="{F79BF705-C6A2-496E-9DFF-2BDA6AB937E5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41600" cy="4734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1" name="Section Zoom 10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1494C6E3-A20C-4FF8-8EBF-06659E2BD3A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14910" y="2683725"/>
                <a:ext cx="841600" cy="4734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3" name="Section Zoom 12">
                <a:extLst>
                  <a:ext uri="{FF2B5EF4-FFF2-40B4-BE49-F238E27FC236}">
                    <a16:creationId xmlns:a16="http://schemas.microsoft.com/office/drawing/2014/main" id="{82AF1ACE-AC86-4192-8074-EF2FF1F12E7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30836254"/>
                  </p:ext>
                </p:extLst>
              </p:nvPr>
            </p:nvGraphicFramePr>
            <p:xfrm>
              <a:off x="6236171" y="4876030"/>
              <a:ext cx="1063403" cy="598164"/>
            </p:xfrm>
            <a:graphic>
              <a:graphicData uri="http://schemas.microsoft.com/office/powerpoint/2016/sectionzoom">
                <psez:sectionZm>
                  <psez:sectionZmObj sectionId="{77533246-A8FC-4785-BEA3-0DE91B5CE4A7}">
                    <psez:zmPr id="{BA96527E-AEE4-4606-A665-EB5B8ED7E00B}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063403" cy="59816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3" name="Section Zoom 12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82AF1ACE-AC86-4192-8074-EF2FF1F12E7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236171" y="4876030"/>
                <a:ext cx="1063403" cy="59816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5" name="Section Zoom 14">
                <a:extLst>
                  <a:ext uri="{FF2B5EF4-FFF2-40B4-BE49-F238E27FC236}">
                    <a16:creationId xmlns:a16="http://schemas.microsoft.com/office/drawing/2014/main" id="{DBF2C358-AE73-4529-A08B-021628525B7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79044245"/>
                  </p:ext>
                </p:extLst>
              </p:nvPr>
            </p:nvGraphicFramePr>
            <p:xfrm>
              <a:off x="8999687" y="2546189"/>
              <a:ext cx="892908" cy="502261"/>
            </p:xfrm>
            <a:graphic>
              <a:graphicData uri="http://schemas.microsoft.com/office/powerpoint/2016/sectionzoom">
                <psez:sectionZm>
                  <psez:sectionZmObj sectionId="{3DD8673D-6D2B-46DC-B2FD-0464C0C8D327}">
                    <psez:zmPr id="{9C32DDD5-BE7C-4D70-9897-D75FCAAB8D69}" transitionDur="100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92908" cy="50226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5" name="Section Zoom 14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DBF2C358-AE73-4529-A08B-021628525B7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999687" y="2546189"/>
                <a:ext cx="892908" cy="50226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8" name="Section Zoom 17">
                <a:extLst>
                  <a:ext uri="{FF2B5EF4-FFF2-40B4-BE49-F238E27FC236}">
                    <a16:creationId xmlns:a16="http://schemas.microsoft.com/office/drawing/2014/main" id="{204826AF-17B9-45E9-B4FB-13BC392F261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71627783"/>
                  </p:ext>
                </p:extLst>
              </p:nvPr>
            </p:nvGraphicFramePr>
            <p:xfrm>
              <a:off x="10702833" y="4976183"/>
              <a:ext cx="885299" cy="497981"/>
            </p:xfrm>
            <a:graphic>
              <a:graphicData uri="http://schemas.microsoft.com/office/powerpoint/2016/sectionzoom">
                <psez:sectionZm>
                  <psez:sectionZmObj sectionId="{C9058E69-9C7C-47C7-A57E-249270DBFA24}">
                    <psez:zmPr id="{FFF111A2-0F51-467E-A977-3B8B7100E049}" transitionDur="1000">
                      <p166:blipFill xmlns:p166="http://schemas.microsoft.com/office/powerpoint/2016/6/main">
                        <a:blip r:embed="rId1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85299" cy="49798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8" name="Section Zoom 17">
                <a:hlinkClick r:id="rId18" action="ppaction://hlinksldjump"/>
                <a:extLst>
                  <a:ext uri="{FF2B5EF4-FFF2-40B4-BE49-F238E27FC236}">
                    <a16:creationId xmlns:a16="http://schemas.microsoft.com/office/drawing/2014/main" id="{204826AF-17B9-45E9-B4FB-13BC392F26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702833" y="4976183"/>
                <a:ext cx="885299" cy="49798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80A56A4-D7CD-4D61-9F95-09CE2B0E263D}"/>
              </a:ext>
            </a:extLst>
          </p:cNvPr>
          <p:cNvSpPr txBox="1"/>
          <p:nvPr/>
        </p:nvSpPr>
        <p:spPr>
          <a:xfrm>
            <a:off x="10099932" y="5938577"/>
            <a:ext cx="1205802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END</a:t>
            </a:r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2" name="Section Zoom 11">
                <a:extLst>
                  <a:ext uri="{FF2B5EF4-FFF2-40B4-BE49-F238E27FC236}">
                    <a16:creationId xmlns:a16="http://schemas.microsoft.com/office/drawing/2014/main" id="{6A047A7B-D371-46BD-B84C-857DBBB04A8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95700521"/>
                  </p:ext>
                </p:extLst>
              </p:nvPr>
            </p:nvGraphicFramePr>
            <p:xfrm>
              <a:off x="10734838" y="6023466"/>
              <a:ext cx="505677" cy="284443"/>
            </p:xfrm>
            <a:graphic>
              <a:graphicData uri="http://schemas.microsoft.com/office/powerpoint/2016/sectionzoom">
                <psez:sectionZm>
                  <psez:sectionZmObj sectionId="{8A6AE10C-96B8-4FBF-BD1F-BBD5A13EAE47}">
                    <psez:zmPr id="{C0DB309E-2570-4C4C-917B-E42045BF77A4}" transitionDur="1000">
                      <p166:blipFill xmlns:p166="http://schemas.microsoft.com/office/powerpoint/2016/6/main">
                        <a:blip r:embed="rId2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05677" cy="28444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2" name="Section Zoom 11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6A047A7B-D371-46BD-B84C-857DBBB04A8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734838" y="6023466"/>
                <a:ext cx="505677" cy="284443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4282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5D04A-2731-4830-896D-776BAE506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1"/>
            <a:ext cx="10515600" cy="547716"/>
          </a:xfrm>
        </p:spPr>
        <p:txBody>
          <a:bodyPr>
            <a:normAutofit fontScale="90000"/>
          </a:bodyPr>
          <a:lstStyle/>
          <a:p>
            <a:r>
              <a:rPr lang="en-US" dirty="0"/>
              <a:t>Data Acquisition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06AB6-2A98-49DE-B017-BD19EADE2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68640"/>
            <a:ext cx="2646218" cy="547716"/>
          </a:xfr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indent="0" algn="ctr">
              <a:buNone/>
            </a:pPr>
            <a:r>
              <a:rPr lang="en-US" dirty="0"/>
              <a:t>About Data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71F585-64AE-4FE4-85C5-769319D5751E}"/>
              </a:ext>
            </a:extLst>
          </p:cNvPr>
          <p:cNvSpPr txBox="1">
            <a:spLocks/>
          </p:cNvSpPr>
          <p:nvPr/>
        </p:nvSpPr>
        <p:spPr>
          <a:xfrm>
            <a:off x="4151743" y="1305002"/>
            <a:ext cx="7282777" cy="789339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SBU</a:t>
            </a:r>
            <a:r>
              <a:rPr lang="en-US" b="0" dirty="0"/>
              <a:t>: Food</a:t>
            </a:r>
          </a:p>
          <a:p>
            <a:r>
              <a:rPr lang="en-US" dirty="0"/>
              <a:t>SP_CLASS</a:t>
            </a:r>
            <a:r>
              <a:rPr lang="en-US" b="0" dirty="0"/>
              <a:t>: Produce and Flowers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D29063-E563-4ADE-9125-DF3EE6D17F8F}"/>
              </a:ext>
            </a:extLst>
          </p:cNvPr>
          <p:cNvSpPr txBox="1">
            <a:spLocks/>
          </p:cNvSpPr>
          <p:nvPr/>
        </p:nvSpPr>
        <p:spPr>
          <a:xfrm>
            <a:off x="457200" y="2605594"/>
            <a:ext cx="2646218" cy="547716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Feature column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370314-C981-4244-90BD-5A8162D75E65}"/>
              </a:ext>
            </a:extLst>
          </p:cNvPr>
          <p:cNvSpPr txBox="1">
            <a:spLocks/>
          </p:cNvSpPr>
          <p:nvPr/>
        </p:nvSpPr>
        <p:spPr>
          <a:xfrm>
            <a:off x="457200" y="3742548"/>
            <a:ext cx="2646218" cy="547716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Target column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EB832B-C58F-4FAA-B95A-8F1DA812FBEE}"/>
              </a:ext>
            </a:extLst>
          </p:cNvPr>
          <p:cNvSpPr txBox="1"/>
          <p:nvPr/>
        </p:nvSpPr>
        <p:spPr>
          <a:xfrm>
            <a:off x="4151745" y="2342346"/>
            <a:ext cx="7282872" cy="923330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Concatenating all the below columns :-</a:t>
            </a:r>
          </a:p>
          <a:p>
            <a:pPr lvl="1"/>
            <a:r>
              <a:rPr lang="en-US" b="0" dirty="0"/>
              <a:t>CATG_DESC, SUBCATG_DESC, FINELINE_DESC, SIGNING_DESC, ITEM1_DESC, ITEM2_DESC, UPC_DESC</a:t>
            </a:r>
            <a:r>
              <a:rPr lang="en-US" dirty="0"/>
              <a:t> </a:t>
            </a:r>
            <a:endParaRPr lang="en-US" b="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4889FA9-3552-429C-82A5-A13314B79A61}"/>
              </a:ext>
            </a:extLst>
          </p:cNvPr>
          <p:cNvSpPr txBox="1">
            <a:spLocks/>
          </p:cNvSpPr>
          <p:nvPr/>
        </p:nvSpPr>
        <p:spPr>
          <a:xfrm>
            <a:off x="4151745" y="3725868"/>
            <a:ext cx="7282865" cy="474344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0" dirty="0"/>
              <a:t>Cross category + Cross subcategory (Variety)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E10CA31-280F-43EC-9434-A9EECEC323E3}"/>
              </a:ext>
            </a:extLst>
          </p:cNvPr>
          <p:cNvSpPr txBox="1">
            <a:spLocks/>
          </p:cNvSpPr>
          <p:nvPr/>
        </p:nvSpPr>
        <p:spPr>
          <a:xfrm>
            <a:off x="457200" y="5115502"/>
            <a:ext cx="2646218" cy="547716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Example</a:t>
            </a: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B91FC604-A956-4A58-A62C-C9C702AF3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495009"/>
              </p:ext>
            </p:extLst>
          </p:nvPr>
        </p:nvGraphicFramePr>
        <p:xfrm>
          <a:off x="4151745" y="4683177"/>
          <a:ext cx="7282872" cy="13952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3188">
                  <a:extLst>
                    <a:ext uri="{9D8B030D-6E8A-4147-A177-3AD203B41FA5}">
                      <a16:colId xmlns:a16="http://schemas.microsoft.com/office/drawing/2014/main" val="3374584200"/>
                    </a:ext>
                  </a:extLst>
                </a:gridCol>
                <a:gridCol w="1909684">
                  <a:extLst>
                    <a:ext uri="{9D8B030D-6E8A-4147-A177-3AD203B41FA5}">
                      <a16:colId xmlns:a16="http://schemas.microsoft.com/office/drawing/2014/main" val="1378528591"/>
                    </a:ext>
                  </a:extLst>
                </a:gridCol>
              </a:tblGrid>
              <a:tr h="22784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FEAT1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TARGET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2462939"/>
                  </a:ext>
                </a:extLst>
              </a:tr>
              <a:tr h="54523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UPON FARM GREEN KALE APPLE 3 2PCH OUAF KALE APPL PCH OUAF KALE APPL PCH KALE APPLE YOGURT CHILLED SNACK SNACKING DRINK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SNACKS_SNACKS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00137521"/>
                  </a:ext>
                </a:extLst>
              </a:tr>
              <a:tr h="54523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AQUA CARROT CELERY STICK 14OZ CARROT CELERY 14OZ DM VEGGIE SNACK CUT FRUIT PACKAGED VA VEG VALUE ADDED CARROT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CUT FRUIT PACKAGED_VA VEG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437460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556A60-EDE7-42CA-8AAE-3F6EBB64170F}"/>
              </a:ext>
            </a:extLst>
          </p:cNvPr>
          <p:cNvCxnSpPr>
            <a:cxnSpLocks/>
          </p:cNvCxnSpPr>
          <p:nvPr/>
        </p:nvCxnSpPr>
        <p:spPr>
          <a:xfrm>
            <a:off x="3546764" y="1385484"/>
            <a:ext cx="0" cy="4821352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F23B972-DCDE-44EF-9746-1EBFBDCA247C}"/>
              </a:ext>
            </a:extLst>
          </p:cNvPr>
          <p:cNvCxnSpPr>
            <a:cxnSpLocks/>
          </p:cNvCxnSpPr>
          <p:nvPr/>
        </p:nvCxnSpPr>
        <p:spPr>
          <a:xfrm>
            <a:off x="3175279" y="4551903"/>
            <a:ext cx="693336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4638AE3-431B-4F86-B505-9B1D5A24829D}"/>
              </a:ext>
            </a:extLst>
          </p:cNvPr>
          <p:cNvCxnSpPr>
            <a:cxnSpLocks/>
          </p:cNvCxnSpPr>
          <p:nvPr/>
        </p:nvCxnSpPr>
        <p:spPr>
          <a:xfrm>
            <a:off x="3200096" y="3518598"/>
            <a:ext cx="693336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FECFAC0-E220-4522-BE30-1604D7BBC4A1}"/>
              </a:ext>
            </a:extLst>
          </p:cNvPr>
          <p:cNvCxnSpPr>
            <a:cxnSpLocks/>
          </p:cNvCxnSpPr>
          <p:nvPr/>
        </p:nvCxnSpPr>
        <p:spPr>
          <a:xfrm>
            <a:off x="3200096" y="2203938"/>
            <a:ext cx="693336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0190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3D64B-3A1F-43E8-B58C-E6C1097E1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520007"/>
          </a:xfrm>
        </p:spPr>
        <p:txBody>
          <a:bodyPr>
            <a:normAutofit fontScale="90000"/>
          </a:bodyPr>
          <a:lstStyle/>
          <a:p>
            <a:r>
              <a:rPr lang="en-US" dirty="0"/>
              <a:t>EDA results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95CC661-0AAB-40DA-BD41-161C3FF1EA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1077684"/>
              </p:ext>
            </p:extLst>
          </p:nvPr>
        </p:nvGraphicFramePr>
        <p:xfrm>
          <a:off x="4114799" y="2733358"/>
          <a:ext cx="4465783" cy="211378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44134">
                  <a:extLst>
                    <a:ext uri="{9D8B030D-6E8A-4147-A177-3AD203B41FA5}">
                      <a16:colId xmlns:a16="http://schemas.microsoft.com/office/drawing/2014/main" val="745132702"/>
                    </a:ext>
                  </a:extLst>
                </a:gridCol>
                <a:gridCol w="1419322">
                  <a:extLst>
                    <a:ext uri="{9D8B030D-6E8A-4147-A177-3AD203B41FA5}">
                      <a16:colId xmlns:a16="http://schemas.microsoft.com/office/drawing/2014/main" val="4085152267"/>
                    </a:ext>
                  </a:extLst>
                </a:gridCol>
                <a:gridCol w="1302327">
                  <a:extLst>
                    <a:ext uri="{9D8B030D-6E8A-4147-A177-3AD203B41FA5}">
                      <a16:colId xmlns:a16="http://schemas.microsoft.com/office/drawing/2014/main" val="2505068196"/>
                    </a:ext>
                  </a:extLst>
                </a:gridCol>
              </a:tblGrid>
              <a:tr h="414962">
                <a:tc>
                  <a:txBody>
                    <a:bodyPr/>
                    <a:lstStyle/>
                    <a:p>
                      <a:r>
                        <a:rPr lang="en-US" sz="1600" dirty="0"/>
                        <a:t>Parameter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Train data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Test data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68820382"/>
                  </a:ext>
                </a:extLst>
              </a:tr>
              <a:tr h="414962">
                <a:tc>
                  <a:txBody>
                    <a:bodyPr/>
                    <a:lstStyle/>
                    <a:p>
                      <a:r>
                        <a:rPr lang="en-US" sz="1600" dirty="0"/>
                        <a:t>Country wise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99.8% from 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65% from CN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76526049"/>
                  </a:ext>
                </a:extLst>
              </a:tr>
              <a:tr h="434449">
                <a:tc>
                  <a:txBody>
                    <a:bodyPr/>
                    <a:lstStyle/>
                    <a:p>
                      <a:r>
                        <a:rPr lang="en-US" sz="1600" dirty="0"/>
                        <a:t>Mean Word count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17.3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66629697"/>
                  </a:ext>
                </a:extLst>
              </a:tr>
              <a:tr h="414962">
                <a:tc>
                  <a:txBody>
                    <a:bodyPr/>
                    <a:lstStyle/>
                    <a:p>
                      <a:r>
                        <a:rPr lang="en-US" sz="1600" dirty="0"/>
                        <a:t>Mean Char count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90.8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51590684"/>
                  </a:ext>
                </a:extLst>
              </a:tr>
              <a:tr h="434449">
                <a:tc>
                  <a:txBody>
                    <a:bodyPr/>
                    <a:lstStyle/>
                    <a:p>
                      <a:r>
                        <a:rPr lang="en-US" sz="1600" dirty="0"/>
                        <a:t>Mean word length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4.92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5.26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4097745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CA93FB0-F388-4A48-93F2-448368798288}"/>
              </a:ext>
            </a:extLst>
          </p:cNvPr>
          <p:cNvSpPr txBox="1">
            <a:spLocks/>
          </p:cNvSpPr>
          <p:nvPr/>
        </p:nvSpPr>
        <p:spPr>
          <a:xfrm>
            <a:off x="457200" y="1489984"/>
            <a:ext cx="2646218" cy="547716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Train-Test split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8A4191-CA6B-494D-92F5-47CC9036ADC3}"/>
              </a:ext>
            </a:extLst>
          </p:cNvPr>
          <p:cNvSpPr txBox="1">
            <a:spLocks/>
          </p:cNvSpPr>
          <p:nvPr/>
        </p:nvSpPr>
        <p:spPr>
          <a:xfrm>
            <a:off x="457200" y="3516392"/>
            <a:ext cx="2646218" cy="547716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Comparison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24F846-3F96-4C07-AA98-CB5C753E01C9}"/>
              </a:ext>
            </a:extLst>
          </p:cNvPr>
          <p:cNvSpPr txBox="1">
            <a:spLocks/>
          </p:cNvSpPr>
          <p:nvPr/>
        </p:nvSpPr>
        <p:spPr>
          <a:xfrm>
            <a:off x="457200" y="5431238"/>
            <a:ext cx="2738582" cy="614679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Insights from EDA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9E7C37A3-4587-4A1C-A115-18C77C29C8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2550180"/>
              </p:ext>
            </p:extLst>
          </p:nvPr>
        </p:nvGraphicFramePr>
        <p:xfrm>
          <a:off x="4114799" y="1006269"/>
          <a:ext cx="5564910" cy="137873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327237">
                  <a:extLst>
                    <a:ext uri="{9D8B030D-6E8A-4147-A177-3AD203B41FA5}">
                      <a16:colId xmlns:a16="http://schemas.microsoft.com/office/drawing/2014/main" val="745132702"/>
                    </a:ext>
                  </a:extLst>
                </a:gridCol>
                <a:gridCol w="1237673">
                  <a:extLst>
                    <a:ext uri="{9D8B030D-6E8A-4147-A177-3AD203B41FA5}">
                      <a16:colId xmlns:a16="http://schemas.microsoft.com/office/drawing/2014/main" val="4085152267"/>
                    </a:ext>
                  </a:extLst>
                </a:gridCol>
              </a:tblGrid>
              <a:tr h="265917">
                <a:tc>
                  <a:txBody>
                    <a:bodyPr/>
                    <a:lstStyle/>
                    <a:p>
                      <a:r>
                        <a:rPr lang="en-US" sz="1200" dirty="0"/>
                        <a:t>FEAT1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TARGET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68820382"/>
                  </a:ext>
                </a:extLst>
              </a:tr>
              <a:tr h="6204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APPLE CHEESE PRETZEL SNACK 4 75 OZ APPLE CHEESE PRETZEL ACP SNACKR 4 75OZ CP APPLE SNACK CUT FRUIT PACKAGED SNACK MEDIUM SNACK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SNACKS_SNACKS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76526049"/>
                  </a:ext>
                </a:extLst>
              </a:tr>
              <a:tr h="464330">
                <a:tc>
                  <a:txBody>
                    <a:bodyPr/>
                    <a:lstStyle/>
                    <a:p>
                      <a:r>
                        <a:rPr lang="en-US" sz="1200" dirty="0"/>
                        <a:t>TAIWAN PINE CUT LARGE TIE ONE CUT PINE DIE TAIWAN PINE CUT L CUT FRUIT 712 CUTFUL TSU 712 CUTFUL TSU CUT FRUIT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NaN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6629697"/>
                  </a:ext>
                </a:extLst>
              </a:tr>
            </a:tbl>
          </a:graphicData>
        </a:graphic>
      </p:graphicFrame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A514F83-18D9-4FE1-B318-F8EE33C9EC65}"/>
              </a:ext>
            </a:extLst>
          </p:cNvPr>
          <p:cNvSpPr txBox="1">
            <a:spLocks/>
          </p:cNvSpPr>
          <p:nvPr/>
        </p:nvSpPr>
        <p:spPr>
          <a:xfrm>
            <a:off x="4114798" y="5184501"/>
            <a:ext cx="5564893" cy="110815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FEAT1 is almost of same length.</a:t>
            </a:r>
          </a:p>
          <a:p>
            <a:r>
              <a:rPr lang="en-US" b="0" dirty="0"/>
              <a:t>Train and test data are highly dissimilar.</a:t>
            </a:r>
          </a:p>
          <a:p>
            <a:r>
              <a:rPr lang="en-US" b="0" dirty="0"/>
              <a:t>There is class imbalance in our train data.</a:t>
            </a: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E637679D-E86C-4D5F-B1AC-B6CDA2F08F31}"/>
              </a:ext>
            </a:extLst>
          </p:cNvPr>
          <p:cNvSpPr/>
          <p:nvPr/>
        </p:nvSpPr>
        <p:spPr>
          <a:xfrm>
            <a:off x="9029915" y="2741239"/>
            <a:ext cx="2558473" cy="749315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Jaccard similarity: 11.57%</a:t>
            </a:r>
          </a:p>
          <a:p>
            <a:r>
              <a:rPr lang="en-US" sz="1600" dirty="0"/>
              <a:t>Cosine similarity: 33.73%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9B4E579-89EA-4642-B8E2-905709A6BDA8}"/>
              </a:ext>
            </a:extLst>
          </p:cNvPr>
          <p:cNvCxnSpPr>
            <a:cxnSpLocks/>
          </p:cNvCxnSpPr>
          <p:nvPr/>
        </p:nvCxnSpPr>
        <p:spPr>
          <a:xfrm>
            <a:off x="3546764" y="979055"/>
            <a:ext cx="0" cy="5431793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9006E084-C5B1-4EFB-B668-364952950801}"/>
              </a:ext>
            </a:extLst>
          </p:cNvPr>
          <p:cNvSpPr/>
          <p:nvPr/>
        </p:nvSpPr>
        <p:spPr>
          <a:xfrm>
            <a:off x="8842940" y="3631477"/>
            <a:ext cx="2932421" cy="1215665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There are 32 classes with  &lt;= 5 training samples.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AVOCADOES_AVOCADOES       1176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BLUEBERRIES_BLUEBERRIES     975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CITRUS_ORANGES - OTHER      938</a:t>
            </a:r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287C8350-E026-4A7D-AD4E-487E7A818CE9}"/>
              </a:ext>
            </a:extLst>
          </p:cNvPr>
          <p:cNvSpPr/>
          <p:nvPr/>
        </p:nvSpPr>
        <p:spPr>
          <a:xfrm>
            <a:off x="9795567" y="1182009"/>
            <a:ext cx="1487057" cy="520007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 DATA</a:t>
            </a:r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E8926F86-C8C7-4B47-BFFB-1AB63F3423C2}"/>
              </a:ext>
            </a:extLst>
          </p:cNvPr>
          <p:cNvSpPr/>
          <p:nvPr/>
        </p:nvSpPr>
        <p:spPr>
          <a:xfrm>
            <a:off x="9795567" y="1836981"/>
            <a:ext cx="1487057" cy="520007"/>
          </a:xfrm>
          <a:prstGeom prst="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 DATA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CFE8E5F-A263-4CAF-98F6-7D1855BB6E5A}"/>
              </a:ext>
            </a:extLst>
          </p:cNvPr>
          <p:cNvCxnSpPr>
            <a:cxnSpLocks/>
          </p:cNvCxnSpPr>
          <p:nvPr/>
        </p:nvCxnSpPr>
        <p:spPr>
          <a:xfrm>
            <a:off x="3200096" y="2575727"/>
            <a:ext cx="693336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B8B41E4-10E5-4E89-A965-783E23A1FD26}"/>
              </a:ext>
            </a:extLst>
          </p:cNvPr>
          <p:cNvCxnSpPr>
            <a:cxnSpLocks/>
          </p:cNvCxnSpPr>
          <p:nvPr/>
        </p:nvCxnSpPr>
        <p:spPr>
          <a:xfrm>
            <a:off x="3200096" y="5017477"/>
            <a:ext cx="693336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376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EC61-FC8A-41F4-A36E-ED98B89AB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603135"/>
          </a:xfrm>
        </p:spPr>
        <p:txBody>
          <a:bodyPr>
            <a:normAutofit fontScale="90000"/>
          </a:bodyPr>
          <a:lstStyle/>
          <a:p>
            <a:r>
              <a:rPr lang="en-US" dirty="0"/>
              <a:t>Pre-processing of feature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9E215-72E5-495D-86AC-847959F2F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710" y="3210358"/>
            <a:ext cx="1921138" cy="1804987"/>
          </a:xfr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0" dirty="0"/>
              <a:t>Examples</a:t>
            </a:r>
          </a:p>
          <a:p>
            <a:r>
              <a:rPr lang="en-US" sz="1400" b="0" dirty="0"/>
              <a:t>SNACK 4 75OZ </a:t>
            </a:r>
            <a:r>
              <a:rPr lang="en-US" sz="1400" b="0" dirty="0">
                <a:sym typeface="Wingdings" panose="05000000000000000000" pitchFamily="2" charset="2"/>
              </a:rPr>
              <a:t> SNACK OZ</a:t>
            </a:r>
          </a:p>
          <a:p>
            <a:r>
              <a:rPr lang="en-US" sz="1400" b="0" dirty="0"/>
              <a:t>#2 BANANAS </a:t>
            </a:r>
            <a:r>
              <a:rPr lang="en-US" sz="1400" b="0" dirty="0">
                <a:sym typeface="Wingdings" panose="05000000000000000000" pitchFamily="2" charset="2"/>
              </a:rPr>
              <a:t> BANANAS</a:t>
            </a:r>
            <a:endParaRPr lang="en-US" sz="1400" b="0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05490DA7-C682-4BFD-AC99-61C2C5CF5F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3338339"/>
              </p:ext>
            </p:extLst>
          </p:nvPr>
        </p:nvGraphicFramePr>
        <p:xfrm>
          <a:off x="457200" y="1224453"/>
          <a:ext cx="11180618" cy="13247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41F21F6-0493-44A6-BBD6-C1E8FF320DD4}"/>
              </a:ext>
            </a:extLst>
          </p:cNvPr>
          <p:cNvSpPr txBox="1">
            <a:spLocks/>
          </p:cNvSpPr>
          <p:nvPr/>
        </p:nvSpPr>
        <p:spPr>
          <a:xfrm>
            <a:off x="8682182" y="3210356"/>
            <a:ext cx="1306970" cy="1804987"/>
          </a:xfrm>
          <a:prstGeom prst="rect">
            <a:avLst/>
          </a:prstGeom>
          <a:ln>
            <a:solidFill>
              <a:schemeClr val="accent6"/>
            </a:solidFill>
            <a:prstDash val="solid"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0" dirty="0"/>
              <a:t>Examples</a:t>
            </a:r>
          </a:p>
          <a:p>
            <a:r>
              <a:rPr lang="en-US" sz="1800" b="0" dirty="0"/>
              <a:t>CA</a:t>
            </a:r>
          </a:p>
          <a:p>
            <a:r>
              <a:rPr lang="en-US" sz="1800" b="0" dirty="0"/>
              <a:t>BR</a:t>
            </a:r>
          </a:p>
          <a:p>
            <a:r>
              <a:rPr lang="en-US" sz="1800" b="0" dirty="0"/>
              <a:t>ES</a:t>
            </a:r>
          </a:p>
          <a:p>
            <a:r>
              <a:rPr lang="en-US" sz="1800" b="0" dirty="0"/>
              <a:t>IN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13DB32D-DD36-4AC7-93D8-13472AFF3063}"/>
              </a:ext>
            </a:extLst>
          </p:cNvPr>
          <p:cNvSpPr txBox="1">
            <a:spLocks/>
          </p:cNvSpPr>
          <p:nvPr/>
        </p:nvSpPr>
        <p:spPr>
          <a:xfrm>
            <a:off x="10146144" y="3210357"/>
            <a:ext cx="1764146" cy="1804987"/>
          </a:xfrm>
          <a:prstGeom prst="rect">
            <a:avLst/>
          </a:prstGeom>
          <a:ln>
            <a:solidFill>
              <a:schemeClr val="accent1"/>
            </a:solidFill>
            <a:prstDash val="solid"/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0" dirty="0"/>
              <a:t>Total words in the list: 56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b="0" dirty="0"/>
              <a:t>Examples</a:t>
            </a:r>
          </a:p>
          <a:p>
            <a:r>
              <a:rPr lang="en-US" sz="1800" b="0" dirty="0"/>
              <a:t>Dot com</a:t>
            </a:r>
          </a:p>
          <a:p>
            <a:r>
              <a:rPr lang="en-US" sz="1800" b="0" dirty="0"/>
              <a:t>Null</a:t>
            </a:r>
          </a:p>
          <a:p>
            <a:r>
              <a:rPr lang="en-US" sz="1800" b="0" dirty="0"/>
              <a:t>Discount</a:t>
            </a:r>
          </a:p>
          <a:p>
            <a:endParaRPr lang="en-US" sz="1800" b="0" dirty="0"/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1" name="Section Zoom 10">
                <a:extLst>
                  <a:ext uri="{FF2B5EF4-FFF2-40B4-BE49-F238E27FC236}">
                    <a16:creationId xmlns:a16="http://schemas.microsoft.com/office/drawing/2014/main" id="{C059F5EC-8F0C-4066-B59B-1B27D85857D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32536898"/>
                  </p:ext>
                </p:extLst>
              </p:nvPr>
            </p:nvGraphicFramePr>
            <p:xfrm>
              <a:off x="2467250" y="3210357"/>
              <a:ext cx="1962726" cy="1804986"/>
            </p:xfrm>
            <a:graphic>
              <a:graphicData uri="http://schemas.microsoft.com/office/powerpoint/2016/sectionzoom">
                <psez:sectionZm>
                  <psez:sectionZmObj sectionId="{41137075-B7B9-4667-9CA4-575393CC28D6}">
                    <psez:zmPr id="{989AFEF4-028A-4B1C-8B91-C496922DCB72}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62726" cy="1804986"/>
                        </a:xfrm>
                        <a:prstGeom prst="rect">
                          <a:avLst/>
                        </a:prstGeom>
                        <a:ln w="3175">
                          <a:solidFill>
                            <a:schemeClr val="accent3"/>
                          </a:solidFill>
                          <a:prstDash val="sysDash"/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1" name="Section Zoom 10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C059F5EC-8F0C-4066-B59B-1B27D85857D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67250" y="3210357"/>
                <a:ext cx="1962726" cy="1804986"/>
              </a:xfrm>
              <a:prstGeom prst="rect">
                <a:avLst/>
              </a:prstGeom>
              <a:ln w="3175">
                <a:solidFill>
                  <a:schemeClr val="accent3"/>
                </a:solidFill>
                <a:prstDash val="sysDash"/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3" name="Section Zoom 12">
                <a:extLst>
                  <a:ext uri="{FF2B5EF4-FFF2-40B4-BE49-F238E27FC236}">
                    <a16:creationId xmlns:a16="http://schemas.microsoft.com/office/drawing/2014/main" id="{3AEFC694-E07F-4090-84FF-0C7E26AF619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68167928"/>
                  </p:ext>
                </p:extLst>
              </p:nvPr>
            </p:nvGraphicFramePr>
            <p:xfrm>
              <a:off x="4694378" y="3210356"/>
              <a:ext cx="1935043" cy="1804987"/>
            </p:xfrm>
            <a:graphic>
              <a:graphicData uri="http://schemas.microsoft.com/office/powerpoint/2016/sectionzoom">
                <psez:sectionZm>
                  <psez:sectionZmObj sectionId="{1C38DCE5-CC91-4A74-877D-8CCE97BE5082}">
                    <psez:zmPr id="{5B004FFB-3700-458A-81F3-50FE1AF8E91F}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35043" cy="1804987"/>
                        </a:xfrm>
                        <a:prstGeom prst="rect">
                          <a:avLst/>
                        </a:prstGeom>
                        <a:ln w="3175">
                          <a:solidFill>
                            <a:schemeClr val="accent4"/>
                          </a:solidFill>
                          <a:prstDash val="sysDash"/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3" name="Section Zoom 12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3AEFC694-E07F-4090-84FF-0C7E26AF619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94378" y="3210356"/>
                <a:ext cx="1935043" cy="1804987"/>
              </a:xfrm>
              <a:prstGeom prst="rect">
                <a:avLst/>
              </a:prstGeom>
              <a:ln w="3175">
                <a:solidFill>
                  <a:schemeClr val="accent4"/>
                </a:solidFill>
                <a:prstDash val="sysDash"/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5" name="Section Zoom 14">
                <a:extLst>
                  <a:ext uri="{FF2B5EF4-FFF2-40B4-BE49-F238E27FC236}">
                    <a16:creationId xmlns:a16="http://schemas.microsoft.com/office/drawing/2014/main" id="{6C718F35-6907-44C9-AA57-FC4853F2527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34323310"/>
                  </p:ext>
                </p:extLst>
              </p:nvPr>
            </p:nvGraphicFramePr>
            <p:xfrm>
              <a:off x="6745628" y="3210355"/>
              <a:ext cx="1820346" cy="1804987"/>
            </p:xfrm>
            <a:graphic>
              <a:graphicData uri="http://schemas.microsoft.com/office/powerpoint/2016/sectionzoom">
                <psez:sectionZm>
                  <psez:sectionZmObj sectionId="{5351A754-55A2-4E23-AB7A-16374AEEFF8B}">
                    <psez:zmPr id="{6E14CF26-5201-45DA-B218-F4448C3E5FDF}" transitionDur="100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20346" cy="1804987"/>
                        </a:xfrm>
                        <a:prstGeom prst="rect">
                          <a:avLst/>
                        </a:prstGeom>
                        <a:ln w="3175">
                          <a:solidFill>
                            <a:schemeClr val="accent5"/>
                          </a:solidFill>
                          <a:prstDash val="sysDash"/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5" name="Section Zoom 14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6C718F35-6907-44C9-AA57-FC4853F2527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745628" y="3210355"/>
                <a:ext cx="1820346" cy="1804987"/>
              </a:xfrm>
              <a:prstGeom prst="rect">
                <a:avLst/>
              </a:prstGeom>
              <a:ln w="3175">
                <a:solidFill>
                  <a:schemeClr val="accent5"/>
                </a:solidFill>
                <a:prstDash val="sysDash"/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5146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13E85-2CA6-4779-A7CC-35D3EC2F2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378" y="187402"/>
            <a:ext cx="10515600" cy="519500"/>
          </a:xfrm>
        </p:spPr>
        <p:txBody>
          <a:bodyPr>
            <a:normAutofit fontScale="90000"/>
          </a:bodyPr>
          <a:lstStyle/>
          <a:p>
            <a:r>
              <a:rPr lang="en-US" dirty="0"/>
              <a:t>Spell Correction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86A0575-8A35-4C60-A596-ED06D65CED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0573876"/>
              </p:ext>
            </p:extLst>
          </p:nvPr>
        </p:nvGraphicFramePr>
        <p:xfrm>
          <a:off x="432080" y="900537"/>
          <a:ext cx="11224008" cy="2528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0389706-0AE1-43C5-9743-0832C57A5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81" y="4032394"/>
            <a:ext cx="1784646" cy="408977"/>
          </a:xfr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b="0" dirty="0"/>
              <a:t>Manual List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F11A3E-D44E-4DE5-969E-00F3E59A9321}"/>
              </a:ext>
            </a:extLst>
          </p:cNvPr>
          <p:cNvSpPr txBox="1">
            <a:spLocks/>
          </p:cNvSpPr>
          <p:nvPr/>
        </p:nvSpPr>
        <p:spPr>
          <a:xfrm>
            <a:off x="2967462" y="3864912"/>
            <a:ext cx="7623502" cy="114921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numCol="5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0" dirty="0" err="1"/>
              <a:t>Almd</a:t>
            </a:r>
            <a:r>
              <a:rPr lang="en-US" sz="1400" b="0" dirty="0"/>
              <a:t> – almond</a:t>
            </a:r>
          </a:p>
          <a:p>
            <a:r>
              <a:rPr lang="en-US" sz="1400" b="0" dirty="0" err="1"/>
              <a:t>Bacn</a:t>
            </a:r>
            <a:r>
              <a:rPr lang="en-US" sz="1400" b="0" dirty="0"/>
              <a:t> – bacon</a:t>
            </a:r>
          </a:p>
          <a:p>
            <a:r>
              <a:rPr lang="en-US" sz="1400" b="0" dirty="0"/>
              <a:t>Blu – blue</a:t>
            </a:r>
          </a:p>
          <a:p>
            <a:r>
              <a:rPr lang="en-US" sz="1400" b="0" dirty="0"/>
              <a:t>Bleu – blue</a:t>
            </a:r>
          </a:p>
          <a:p>
            <a:r>
              <a:rPr lang="en-US" sz="1400" b="0" dirty="0" err="1"/>
              <a:t>Ccandy</a:t>
            </a:r>
            <a:r>
              <a:rPr lang="en-US" sz="1400" b="0" dirty="0"/>
              <a:t> – candy</a:t>
            </a:r>
          </a:p>
          <a:p>
            <a:r>
              <a:rPr lang="en-US" sz="1400" b="0" dirty="0" err="1"/>
              <a:t>Chickn</a:t>
            </a:r>
            <a:r>
              <a:rPr lang="en-US" sz="1400" b="0" dirty="0"/>
              <a:t> – chicken</a:t>
            </a:r>
          </a:p>
          <a:p>
            <a:r>
              <a:rPr lang="en-US" sz="1400" b="0" dirty="0"/>
              <a:t>Chili – chilies</a:t>
            </a:r>
          </a:p>
          <a:p>
            <a:r>
              <a:rPr lang="en-US" sz="1400" b="0" dirty="0"/>
              <a:t>Cocktail – </a:t>
            </a:r>
            <a:r>
              <a:rPr lang="en-US" sz="1400" b="0" dirty="0" err="1"/>
              <a:t>cokcatail</a:t>
            </a:r>
            <a:endParaRPr lang="en-US" sz="1400" b="0" dirty="0"/>
          </a:p>
          <a:p>
            <a:r>
              <a:rPr lang="en-US" sz="1400" b="0" dirty="0" err="1"/>
              <a:t>Pinklady</a:t>
            </a:r>
            <a:r>
              <a:rPr lang="en-US" sz="1400" b="0" dirty="0"/>
              <a:t> – </a:t>
            </a:r>
            <a:r>
              <a:rPr lang="en-US" sz="1400" b="0" dirty="0" err="1"/>
              <a:t>pinkldy</a:t>
            </a:r>
            <a:endParaRPr lang="en-US" sz="1400" b="0" dirty="0"/>
          </a:p>
          <a:p>
            <a:r>
              <a:rPr lang="en-US" sz="1400" b="0" dirty="0" err="1"/>
              <a:t>Sunflwer</a:t>
            </a:r>
            <a:r>
              <a:rPr lang="en-US" sz="1400" b="0" dirty="0"/>
              <a:t> – sunflower</a:t>
            </a:r>
          </a:p>
          <a:p>
            <a:r>
              <a:rPr lang="en-US" sz="1400" b="0" dirty="0" err="1"/>
              <a:t>Superseedz</a:t>
            </a:r>
            <a:r>
              <a:rPr lang="en-US" sz="1400" b="0" dirty="0"/>
              <a:t> – supersedes</a:t>
            </a:r>
          </a:p>
          <a:p>
            <a:r>
              <a:rPr lang="en-US" sz="1400" b="0" dirty="0"/>
              <a:t>Tropical – </a:t>
            </a:r>
            <a:r>
              <a:rPr lang="en-US" sz="1400" b="0" dirty="0" err="1"/>
              <a:t>tropicals</a:t>
            </a:r>
            <a:endParaRPr lang="en-US" sz="1400" b="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391622-54BD-4C62-AF1D-49C54AE8D51F}"/>
              </a:ext>
            </a:extLst>
          </p:cNvPr>
          <p:cNvSpPr txBox="1">
            <a:spLocks/>
          </p:cNvSpPr>
          <p:nvPr/>
        </p:nvSpPr>
        <p:spPr>
          <a:xfrm>
            <a:off x="432079" y="5514831"/>
            <a:ext cx="1784647" cy="519500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0" dirty="0">
                <a:solidFill>
                  <a:schemeClr val="bg2"/>
                </a:solidFill>
              </a:rPr>
              <a:t>All correction list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ADEECF5-6C9D-4919-ACC1-1649849BFC3E}"/>
              </a:ext>
            </a:extLst>
          </p:cNvPr>
          <p:cNvSpPr txBox="1">
            <a:spLocks/>
          </p:cNvSpPr>
          <p:nvPr/>
        </p:nvSpPr>
        <p:spPr>
          <a:xfrm>
            <a:off x="2967460" y="5514831"/>
            <a:ext cx="7623503" cy="69505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dirty="0"/>
              <a:t>Total words: 8038</a:t>
            </a:r>
          </a:p>
          <a:p>
            <a:r>
              <a:rPr lang="en-US" sz="1800" b="0" dirty="0"/>
              <a:t>ABALONES </a:t>
            </a:r>
            <a:r>
              <a:rPr lang="en-US" sz="1800" b="0" dirty="0">
                <a:sym typeface="Wingdings" panose="05000000000000000000" pitchFamily="2" charset="2"/>
              </a:rPr>
              <a:t> ABALONE; SEASAMES  SEASAME</a:t>
            </a:r>
            <a:endParaRPr 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132896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F12DC-5D26-4B59-8E25-EED0A3075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1"/>
            <a:ext cx="10515600" cy="699074"/>
          </a:xfrm>
        </p:spPr>
        <p:txBody>
          <a:bodyPr>
            <a:normAutofit fontScale="90000"/>
          </a:bodyPr>
          <a:lstStyle/>
          <a:p>
            <a:r>
              <a:rPr lang="en-US" dirty="0"/>
              <a:t>Stop words which are removed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02A4B5F-81AE-4BC1-A501-D35C74D331B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638977" y="1362424"/>
          <a:ext cx="6697736" cy="14833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674434">
                  <a:extLst>
                    <a:ext uri="{9D8B030D-6E8A-4147-A177-3AD203B41FA5}">
                      <a16:colId xmlns:a16="http://schemas.microsoft.com/office/drawing/2014/main" val="3024726951"/>
                    </a:ext>
                  </a:extLst>
                </a:gridCol>
                <a:gridCol w="1674434">
                  <a:extLst>
                    <a:ext uri="{9D8B030D-6E8A-4147-A177-3AD203B41FA5}">
                      <a16:colId xmlns:a16="http://schemas.microsoft.com/office/drawing/2014/main" val="1357230214"/>
                    </a:ext>
                  </a:extLst>
                </a:gridCol>
                <a:gridCol w="1674434">
                  <a:extLst>
                    <a:ext uri="{9D8B030D-6E8A-4147-A177-3AD203B41FA5}">
                      <a16:colId xmlns:a16="http://schemas.microsoft.com/office/drawing/2014/main" val="2760023444"/>
                    </a:ext>
                  </a:extLst>
                </a:gridCol>
                <a:gridCol w="1674434">
                  <a:extLst>
                    <a:ext uri="{9D8B030D-6E8A-4147-A177-3AD203B41FA5}">
                      <a16:colId xmlns:a16="http://schemas.microsoft.com/office/drawing/2014/main" val="12142641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CAN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JUST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0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214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246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91108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3A8FE2F-F1A9-4DBC-917D-0053B5FBD801}"/>
              </a:ext>
            </a:extLst>
          </p:cNvPr>
          <p:cNvSpPr txBox="1"/>
          <p:nvPr/>
        </p:nvSpPr>
        <p:spPr>
          <a:xfrm>
            <a:off x="1002890" y="3234813"/>
            <a:ext cx="9969910" cy="230832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</a:rPr>
              <a:t>Unique stop words 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</a:rPr>
              <a:t>Total occurrence of these stop words in the train data is 2237 (0.2% of the train data)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Bogle" panose="020B050302020306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</a:rPr>
              <a:t>English stop words vocabulary from the </a:t>
            </a:r>
            <a:r>
              <a:rPr lang="en-US" sz="2400" dirty="0" err="1">
                <a:latin typeface="Bogle" panose="020B0503020203060203" pitchFamily="34" charset="0"/>
              </a:rPr>
              <a:t>nltk</a:t>
            </a:r>
            <a:r>
              <a:rPr lang="en-US" sz="2400" dirty="0">
                <a:latin typeface="Bogle" panose="020B0503020203060203" pitchFamily="34" charset="0"/>
              </a:rPr>
              <a:t> corpus. It has total 179 different stop words in it.</a:t>
            </a:r>
          </a:p>
        </p:txBody>
      </p:sp>
    </p:spTree>
    <p:extLst>
      <p:ext uri="{BB962C8B-B14F-4D97-AF65-F5344CB8AC3E}">
        <p14:creationId xmlns:p14="http://schemas.microsoft.com/office/powerpoint/2010/main" val="2099530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637B5-12ED-4ECD-950C-298362B2F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1"/>
            <a:ext cx="10515600" cy="640079"/>
          </a:xfrm>
        </p:spPr>
        <p:txBody>
          <a:bodyPr>
            <a:normAutofit fontScale="90000"/>
          </a:bodyPr>
          <a:lstStyle/>
          <a:p>
            <a:r>
              <a:rPr lang="en-US" dirty="0"/>
              <a:t>Lemmatized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ECB9E-FA09-4222-A94D-B4C517A49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0663" y="1587806"/>
            <a:ext cx="8670674" cy="1858531"/>
          </a:xfrm>
          <a:ln>
            <a:solidFill>
              <a:schemeClr val="accent4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numCol="6">
            <a:normAutofit fontScale="92500" lnSpcReduction="10000"/>
          </a:bodyPr>
          <a:lstStyle/>
          <a:p>
            <a:r>
              <a:rPr lang="en-US" sz="1200" b="0" dirty="0"/>
              <a:t>AM - AMS</a:t>
            </a:r>
          </a:p>
          <a:p>
            <a:r>
              <a:rPr lang="en-US" sz="1200" b="0" dirty="0"/>
              <a:t>BA - BAS</a:t>
            </a:r>
          </a:p>
          <a:p>
            <a:r>
              <a:rPr lang="en-US" sz="1200" b="0" dirty="0"/>
              <a:t>BOX - BOXES</a:t>
            </a:r>
          </a:p>
          <a:p>
            <a:r>
              <a:rPr lang="en-US" sz="1200" b="0" dirty="0"/>
              <a:t>BUSHMAN - BUSHMANS</a:t>
            </a:r>
          </a:p>
          <a:p>
            <a:r>
              <a:rPr lang="en-US" sz="1200" b="0" dirty="0"/>
              <a:t>CA - CASS</a:t>
            </a:r>
          </a:p>
          <a:p>
            <a:r>
              <a:rPr lang="en-US" sz="1200" b="0" dirty="0"/>
              <a:t>CHICKPEA - CHICKPEAS</a:t>
            </a:r>
          </a:p>
          <a:p>
            <a:r>
              <a:rPr lang="en-US" sz="1200" b="0" dirty="0"/>
              <a:t>CL - CLS</a:t>
            </a:r>
          </a:p>
          <a:p>
            <a:r>
              <a:rPr lang="en-US" sz="1200" b="0" dirty="0"/>
              <a:t>CLAMSHELL - CLAMSHELLS</a:t>
            </a:r>
          </a:p>
          <a:p>
            <a:r>
              <a:rPr lang="en-US" sz="1200" b="0" dirty="0"/>
              <a:t>COLOUR - COLOURS</a:t>
            </a:r>
          </a:p>
          <a:p>
            <a:r>
              <a:rPr lang="en-US" sz="1200" b="0" dirty="0"/>
              <a:t>CR - CRSS</a:t>
            </a:r>
          </a:p>
          <a:p>
            <a:r>
              <a:rPr lang="en-US" sz="1200" b="0" dirty="0"/>
              <a:t>CT - CTS</a:t>
            </a:r>
          </a:p>
          <a:p>
            <a:r>
              <a:rPr lang="en-US" sz="1200" b="0" dirty="0"/>
              <a:t>CUKE - CUKES</a:t>
            </a:r>
          </a:p>
          <a:p>
            <a:r>
              <a:rPr lang="en-US" sz="1200" b="0" dirty="0"/>
              <a:t>DA - DAS</a:t>
            </a:r>
          </a:p>
          <a:p>
            <a:r>
              <a:rPr lang="en-US" sz="1200" b="0" dirty="0"/>
              <a:t>DC - DCS</a:t>
            </a:r>
          </a:p>
          <a:p>
            <a:r>
              <a:rPr lang="en-US" sz="1200" b="0" dirty="0"/>
              <a:t>EA - EAS</a:t>
            </a:r>
          </a:p>
          <a:p>
            <a:r>
              <a:rPr lang="en-US" sz="1200" b="0" dirty="0"/>
              <a:t>FRY - FRIES</a:t>
            </a:r>
          </a:p>
          <a:p>
            <a:r>
              <a:rPr lang="en-US" sz="1200" b="0" dirty="0"/>
              <a:t>GD - GDS</a:t>
            </a:r>
          </a:p>
          <a:p>
            <a:r>
              <a:rPr lang="en-US" sz="1200" b="0" dirty="0"/>
              <a:t>GUPY - GUPPIES</a:t>
            </a:r>
          </a:p>
          <a:p>
            <a:r>
              <a:rPr lang="en-US" sz="1200" b="0" dirty="0"/>
              <a:t>HM - HMS</a:t>
            </a:r>
          </a:p>
          <a:p>
            <a:r>
              <a:rPr lang="en-US" sz="1200" b="0" dirty="0"/>
              <a:t>IN - INS</a:t>
            </a:r>
          </a:p>
          <a:p>
            <a:r>
              <a:rPr lang="en-US" sz="1200" b="0" dirty="0"/>
              <a:t>JIMMY - JIMMYS</a:t>
            </a:r>
          </a:p>
          <a:p>
            <a:r>
              <a:rPr lang="en-US" sz="1200" b="0" dirty="0"/>
              <a:t>KABOB - KABOBS</a:t>
            </a:r>
          </a:p>
          <a:p>
            <a:r>
              <a:rPr lang="en-US" sz="1200" b="0" dirty="0"/>
              <a:t>KID - KIDS</a:t>
            </a:r>
          </a:p>
          <a:p>
            <a:r>
              <a:rPr lang="en-US" sz="1200" b="0" dirty="0"/>
              <a:t>LA - LAS</a:t>
            </a:r>
          </a:p>
          <a:p>
            <a:r>
              <a:rPr lang="en-US" sz="1200" b="0" dirty="0"/>
              <a:t>LB - LBS</a:t>
            </a:r>
          </a:p>
          <a:p>
            <a:r>
              <a:rPr lang="en-US" sz="1200" b="0" dirty="0"/>
              <a:t>MARY - MARIES</a:t>
            </a:r>
          </a:p>
          <a:p>
            <a:r>
              <a:rPr lang="en-US" sz="1200" b="0" dirty="0"/>
              <a:t>MIX - MIXES</a:t>
            </a:r>
          </a:p>
          <a:p>
            <a:r>
              <a:rPr lang="en-US" sz="1200" b="0" dirty="0"/>
              <a:t>NJ - NJS</a:t>
            </a:r>
          </a:p>
          <a:p>
            <a:r>
              <a:rPr lang="en-US" sz="1200" b="0" dirty="0"/>
              <a:t>ORNAMENTAL</a:t>
            </a:r>
          </a:p>
          <a:p>
            <a:r>
              <a:rPr lang="en-US" sz="1200" b="0" dirty="0"/>
              <a:t>PA - PAS</a:t>
            </a:r>
          </a:p>
          <a:p>
            <a:r>
              <a:rPr lang="en-US" sz="1200" b="0" dirty="0"/>
              <a:t>PB - PBS</a:t>
            </a:r>
          </a:p>
          <a:p>
            <a:r>
              <a:rPr lang="en-US" sz="1200" b="0" dirty="0"/>
              <a:t>PC - PCS</a:t>
            </a:r>
          </a:p>
          <a:p>
            <a:r>
              <a:rPr lang="en-US" sz="1200" b="0" dirty="0"/>
              <a:t>POUCH - POUCHES</a:t>
            </a:r>
          </a:p>
          <a:p>
            <a:r>
              <a:rPr lang="en-US" sz="1200" b="0" dirty="0"/>
              <a:t>SAT - SATS</a:t>
            </a:r>
          </a:p>
          <a:p>
            <a:r>
              <a:rPr lang="en-US" sz="1200" b="0" dirty="0"/>
              <a:t>SG - SGS</a:t>
            </a:r>
          </a:p>
          <a:p>
            <a:r>
              <a:rPr lang="en-US" sz="1200" b="0" dirty="0"/>
              <a:t>SL - SLS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7E96D5-46E0-4CB5-9688-F130CEE6388E}"/>
              </a:ext>
            </a:extLst>
          </p:cNvPr>
          <p:cNvSpPr txBox="1"/>
          <p:nvPr/>
        </p:nvSpPr>
        <p:spPr>
          <a:xfrm>
            <a:off x="905054" y="4003868"/>
            <a:ext cx="10381892" cy="1323439"/>
          </a:xfrm>
          <a:prstGeom prst="rect">
            <a:avLst/>
          </a:prstGeom>
          <a:ln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Bogle" panose="020B0503020203060203" pitchFamily="34" charset="0"/>
              </a:rPr>
              <a:t>Count of the unique words is 53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Bogle" panose="020B0503020203060203" pitchFamily="34" charset="0"/>
              </a:rPr>
              <a:t>Total occurrence of these words in the train data is 1530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Bogle" panose="020B0503020203060203" pitchFamily="34" charset="0"/>
              </a:rPr>
              <a:t>No. of features after lemmatization and stopwords removal were reduced by 31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Bogle" panose="020B0503020203060203" pitchFamily="34" charset="0"/>
              </a:rPr>
              <a:t>Takeaway</a:t>
            </a:r>
            <a:r>
              <a:rPr lang="en-US" sz="2000" dirty="0">
                <a:latin typeface="Bogle" panose="020B0503020203060203" pitchFamily="34" charset="0"/>
              </a:rPr>
              <a:t>: To lemmatize words with more than 3 characters.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CED9C1-A24E-4735-ADCC-D27D69FAF842}"/>
              </a:ext>
            </a:extLst>
          </p:cNvPr>
          <p:cNvSpPr txBox="1"/>
          <p:nvPr/>
        </p:nvSpPr>
        <p:spPr>
          <a:xfrm>
            <a:off x="631723" y="6134593"/>
            <a:ext cx="113218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Note: Words like RS, CS, </a:t>
            </a:r>
            <a:r>
              <a:rPr lang="en-US" sz="1600" i="1" dirty="0" err="1"/>
              <a:t>etc</a:t>
            </a:r>
            <a:r>
              <a:rPr lang="en-US" sz="1600" i="1" dirty="0"/>
              <a:t> were also lemmatized to R, C respectively. The above analysis is after removing single char words.</a:t>
            </a:r>
          </a:p>
        </p:txBody>
      </p:sp>
    </p:spTree>
    <p:extLst>
      <p:ext uri="{BB962C8B-B14F-4D97-AF65-F5344CB8AC3E}">
        <p14:creationId xmlns:p14="http://schemas.microsoft.com/office/powerpoint/2010/main" val="1019027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E228F-F3F0-4315-BFE3-EAB054F82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110" y="178313"/>
            <a:ext cx="10515600" cy="576983"/>
          </a:xfrm>
        </p:spPr>
        <p:txBody>
          <a:bodyPr>
            <a:normAutofit fontScale="90000"/>
          </a:bodyPr>
          <a:lstStyle/>
          <a:p>
            <a:r>
              <a:rPr lang="en-US" dirty="0"/>
              <a:t>Modelling using multiple metrics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96B9C71-9E9A-4A8D-B0CB-B9FEE1AF09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8043431"/>
              </p:ext>
            </p:extLst>
          </p:nvPr>
        </p:nvGraphicFramePr>
        <p:xfrm>
          <a:off x="2631293" y="2160001"/>
          <a:ext cx="8820884" cy="204216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626495">
                  <a:extLst>
                    <a:ext uri="{9D8B030D-6E8A-4147-A177-3AD203B41FA5}">
                      <a16:colId xmlns:a16="http://schemas.microsoft.com/office/drawing/2014/main" val="3002165624"/>
                    </a:ext>
                  </a:extLst>
                </a:gridCol>
                <a:gridCol w="2293687">
                  <a:extLst>
                    <a:ext uri="{9D8B030D-6E8A-4147-A177-3AD203B41FA5}">
                      <a16:colId xmlns:a16="http://schemas.microsoft.com/office/drawing/2014/main" val="156477634"/>
                    </a:ext>
                  </a:extLst>
                </a:gridCol>
                <a:gridCol w="1165342">
                  <a:extLst>
                    <a:ext uri="{9D8B030D-6E8A-4147-A177-3AD203B41FA5}">
                      <a16:colId xmlns:a16="http://schemas.microsoft.com/office/drawing/2014/main" val="1468779556"/>
                    </a:ext>
                  </a:extLst>
                </a:gridCol>
                <a:gridCol w="1035122">
                  <a:extLst>
                    <a:ext uri="{9D8B030D-6E8A-4147-A177-3AD203B41FA5}">
                      <a16:colId xmlns:a16="http://schemas.microsoft.com/office/drawing/2014/main" val="3918074769"/>
                    </a:ext>
                  </a:extLst>
                </a:gridCol>
                <a:gridCol w="1155673">
                  <a:extLst>
                    <a:ext uri="{9D8B030D-6E8A-4147-A177-3AD203B41FA5}">
                      <a16:colId xmlns:a16="http://schemas.microsoft.com/office/drawing/2014/main" val="1945801089"/>
                    </a:ext>
                  </a:extLst>
                </a:gridCol>
                <a:gridCol w="2544565">
                  <a:extLst>
                    <a:ext uri="{9D8B030D-6E8A-4147-A177-3AD203B41FA5}">
                      <a16:colId xmlns:a16="http://schemas.microsoft.com/office/drawing/2014/main" val="2513375502"/>
                    </a:ext>
                  </a:extLst>
                </a:gridCol>
              </a:tblGrid>
              <a:tr h="30539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S.No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Precision (Micro)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Recall (Micro)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Accuracy after hyperparameter tuning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4442226"/>
                  </a:ext>
                </a:extLst>
              </a:tr>
              <a:tr h="2498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0.98900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0.98900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0.98900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98.917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54656"/>
                  </a:ext>
                </a:extLst>
              </a:tr>
              <a:tr h="24989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0.98100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0.98100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0.98100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98.489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922850"/>
                  </a:ext>
                </a:extLst>
              </a:tr>
              <a:tr h="24989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0.97743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0.97743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0.97743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98.908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623852"/>
                  </a:ext>
                </a:extLst>
              </a:tr>
              <a:tr h="24989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0.96050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0.96050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0.96050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03264038"/>
                  </a:ext>
                </a:extLst>
              </a:tr>
              <a:tr h="24989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Multinomial Naïve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0.79816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0.79816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0.79816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12781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960B182-9E75-40B7-8F60-992E2CC2A1D6}"/>
              </a:ext>
            </a:extLst>
          </p:cNvPr>
          <p:cNvSpPr txBox="1"/>
          <p:nvPr/>
        </p:nvSpPr>
        <p:spPr>
          <a:xfrm>
            <a:off x="521854" y="4951980"/>
            <a:ext cx="5653549" cy="64633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5-fold cross validation performed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are total 533 classes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A06E35-D3E0-42B0-BBA5-9EFC5A71BD27}"/>
              </a:ext>
            </a:extLst>
          </p:cNvPr>
          <p:cNvSpPr txBox="1"/>
          <p:nvPr/>
        </p:nvSpPr>
        <p:spPr>
          <a:xfrm>
            <a:off x="6717974" y="4916180"/>
            <a:ext cx="5132439" cy="92333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will go ahead with Random Forest and Logistic Regression and will leave SVM as it’s computation time is high.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462991-2551-48FA-8CBF-602F68B8E71E}"/>
              </a:ext>
            </a:extLst>
          </p:cNvPr>
          <p:cNvSpPr txBox="1"/>
          <p:nvPr/>
        </p:nvSpPr>
        <p:spPr>
          <a:xfrm>
            <a:off x="1170039" y="4449070"/>
            <a:ext cx="4227871" cy="369332"/>
          </a:xfrm>
          <a:prstGeom prst="rect">
            <a:avLst/>
          </a:prstGeom>
          <a:solidFill>
            <a:srgbClr val="78B9E7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CONDITIONS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21A1E8-C9BC-4416-96FD-B7C9904BB8ED}"/>
              </a:ext>
            </a:extLst>
          </p:cNvPr>
          <p:cNvSpPr txBox="1"/>
          <p:nvPr/>
        </p:nvSpPr>
        <p:spPr>
          <a:xfrm>
            <a:off x="6985818" y="4449070"/>
            <a:ext cx="4227871" cy="369332"/>
          </a:xfrm>
          <a:prstGeom prst="rect">
            <a:avLst/>
          </a:prstGeom>
          <a:solidFill>
            <a:srgbClr val="F4752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RESULTS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AFB9C47-F6AB-4D5C-BCEA-DF7B9B470227}"/>
              </a:ext>
            </a:extLst>
          </p:cNvPr>
          <p:cNvSpPr txBox="1">
            <a:spLocks/>
          </p:cNvSpPr>
          <p:nvPr/>
        </p:nvSpPr>
        <p:spPr>
          <a:xfrm>
            <a:off x="300435" y="1210274"/>
            <a:ext cx="1888837" cy="576983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0" dirty="0">
                <a:solidFill>
                  <a:schemeClr val="bg2"/>
                </a:solidFill>
              </a:rPr>
              <a:t>Feature engineering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3488AF6-A250-4244-A09E-265A27C87F36}"/>
              </a:ext>
            </a:extLst>
          </p:cNvPr>
          <p:cNvSpPr txBox="1">
            <a:spLocks/>
          </p:cNvSpPr>
          <p:nvPr/>
        </p:nvSpPr>
        <p:spPr>
          <a:xfrm>
            <a:off x="2631293" y="1097720"/>
            <a:ext cx="8820884" cy="719857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0" dirty="0"/>
              <a:t>Using TF-IDF vectorizer with min document frequency (</a:t>
            </a:r>
            <a:r>
              <a:rPr lang="en-US" sz="1600" b="0" dirty="0" err="1"/>
              <a:t>min_df</a:t>
            </a:r>
            <a:r>
              <a:rPr lang="en-US" sz="1600" b="0" dirty="0"/>
              <a:t>) equal to 1 initially and later it is changed to optimal value of 10. Default L2 normalization is used.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D9B459C-4DF6-4B4E-B9EE-E78A95F9770E}"/>
              </a:ext>
            </a:extLst>
          </p:cNvPr>
          <p:cNvSpPr txBox="1">
            <a:spLocks/>
          </p:cNvSpPr>
          <p:nvPr/>
        </p:nvSpPr>
        <p:spPr>
          <a:xfrm>
            <a:off x="521966" y="2753626"/>
            <a:ext cx="1296145" cy="711414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0" dirty="0">
                <a:solidFill>
                  <a:schemeClr val="bg2"/>
                </a:solidFill>
              </a:rPr>
              <a:t>Traditional ML models</a:t>
            </a:r>
          </a:p>
        </p:txBody>
      </p:sp>
    </p:spTree>
    <p:extLst>
      <p:ext uri="{BB962C8B-B14F-4D97-AF65-F5344CB8AC3E}">
        <p14:creationId xmlns:p14="http://schemas.microsoft.com/office/powerpoint/2010/main" val="397810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6DA8B-EBD1-4B02-85A5-B31D7928D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80" y="221064"/>
            <a:ext cx="10515600" cy="565803"/>
          </a:xfr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/>
              <a:t>Voting Classifier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8F1723-62C7-4244-B038-ABF43611C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3080" y="1171137"/>
            <a:ext cx="11373588" cy="4978454"/>
          </a:xfr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400" b="0" dirty="0"/>
              <a:t>ML model based on ensemble learning.</a:t>
            </a:r>
          </a:p>
          <a:p>
            <a:r>
              <a:rPr lang="en-US" sz="2400" dirty="0"/>
              <a:t>Hard voting</a:t>
            </a:r>
            <a:r>
              <a:rPr lang="en-US" sz="2400" b="0" dirty="0"/>
              <a:t>: The predicted output class is a class with the highest majority of votes.</a:t>
            </a:r>
          </a:p>
          <a:p>
            <a:pPr lvl="1"/>
            <a:r>
              <a:rPr lang="en-US" sz="2000" dirty="0"/>
              <a:t>Classifier 1 = class B</a:t>
            </a:r>
          </a:p>
          <a:p>
            <a:pPr lvl="1"/>
            <a:r>
              <a:rPr lang="en-US" sz="2000" b="0" dirty="0"/>
              <a:t>Classifier 2 = class A</a:t>
            </a:r>
          </a:p>
          <a:p>
            <a:pPr lvl="1"/>
            <a:r>
              <a:rPr lang="en-US" sz="2000" dirty="0"/>
              <a:t>Classifier 3 = class B</a:t>
            </a:r>
          </a:p>
          <a:p>
            <a:r>
              <a:rPr lang="en-US" sz="2400" dirty="0"/>
              <a:t>Soft voting</a:t>
            </a:r>
            <a:r>
              <a:rPr lang="en-US" sz="2400" b="0" dirty="0"/>
              <a:t>: In soft voting, the output class is the prediction based on the average of probability given to that class.</a:t>
            </a:r>
          </a:p>
          <a:p>
            <a:pPr lvl="1"/>
            <a:r>
              <a:rPr lang="en-US" sz="2000" b="0" dirty="0"/>
              <a:t>Class A = (0.30, 0.47, 0.53) and Class B = (0.20, 0.32, 0.40)</a:t>
            </a:r>
          </a:p>
          <a:p>
            <a:r>
              <a:rPr lang="en-US" sz="2400" b="0" dirty="0"/>
              <a:t>I’m using an ensemble of </a:t>
            </a:r>
            <a:r>
              <a:rPr lang="en-US" sz="2400" dirty="0"/>
              <a:t>Random Forest</a:t>
            </a:r>
            <a:r>
              <a:rPr lang="en-US" sz="2400" b="0" dirty="0"/>
              <a:t> and </a:t>
            </a:r>
            <a:r>
              <a:rPr lang="en-US" sz="2400" dirty="0"/>
              <a:t>Logistic regression.</a:t>
            </a:r>
          </a:p>
          <a:p>
            <a:endParaRPr lang="en-US" sz="2400" dirty="0"/>
          </a:p>
          <a:p>
            <a:endParaRPr lang="en-US" sz="2400" b="0" dirty="0"/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324834FF-0B48-4AC2-8A8C-9B199D7E7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104047"/>
              </p:ext>
            </p:extLst>
          </p:nvPr>
        </p:nvGraphicFramePr>
        <p:xfrm>
          <a:off x="4732705" y="4721866"/>
          <a:ext cx="2714338" cy="11358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657064">
                  <a:extLst>
                    <a:ext uri="{9D8B030D-6E8A-4147-A177-3AD203B41FA5}">
                      <a16:colId xmlns:a16="http://schemas.microsoft.com/office/drawing/2014/main" val="2598978099"/>
                    </a:ext>
                  </a:extLst>
                </a:gridCol>
                <a:gridCol w="1057274">
                  <a:extLst>
                    <a:ext uri="{9D8B030D-6E8A-4147-A177-3AD203B41FA5}">
                      <a16:colId xmlns:a16="http://schemas.microsoft.com/office/drawing/2014/main" val="2451390439"/>
                    </a:ext>
                  </a:extLst>
                </a:gridCol>
              </a:tblGrid>
              <a:tr h="3464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CV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5541082"/>
                  </a:ext>
                </a:extLst>
              </a:tr>
              <a:tr h="4043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RF+LR (hard)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98.46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74453"/>
                  </a:ext>
                </a:extLst>
              </a:tr>
              <a:tr h="3464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RF+LR (soft)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98.39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97511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3567B54-6343-4F5A-8DC3-B2E3E870D9C0}"/>
              </a:ext>
            </a:extLst>
          </p:cNvPr>
          <p:cNvSpPr txBox="1"/>
          <p:nvPr/>
        </p:nvSpPr>
        <p:spPr>
          <a:xfrm>
            <a:off x="4230286" y="2323505"/>
            <a:ext cx="2401625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Predicted class: Class 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F1CD77-B32B-4528-BB7D-06AFF7A608BB}"/>
              </a:ext>
            </a:extLst>
          </p:cNvPr>
          <p:cNvSpPr txBox="1"/>
          <p:nvPr/>
        </p:nvSpPr>
        <p:spPr>
          <a:xfrm>
            <a:off x="8251302" y="3792239"/>
            <a:ext cx="2401625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Predicted class: Class A</a:t>
            </a:r>
          </a:p>
        </p:txBody>
      </p:sp>
    </p:spTree>
    <p:extLst>
      <p:ext uri="{BB962C8B-B14F-4D97-AF65-F5344CB8AC3E}">
        <p14:creationId xmlns:p14="http://schemas.microsoft.com/office/powerpoint/2010/main" val="3569684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17C7AEF-498E-48E6-B22D-1D0E78A04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1"/>
            <a:ext cx="10515600" cy="630032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/>
              <a:t>FastText 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1A316BEA-72D7-4450-B00B-40C830676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9716"/>
            <a:ext cx="10515600" cy="4351338"/>
          </a:xfr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400" b="0" dirty="0"/>
              <a:t>It is an open-source, free, lightweight library created by the Facebook for efficient learning of word representations and sentence classification.</a:t>
            </a:r>
          </a:p>
          <a:p>
            <a:r>
              <a:rPr lang="en-US" sz="2400" b="0" dirty="0"/>
              <a:t>Has few advantages over Word2Vec and </a:t>
            </a:r>
            <a:r>
              <a:rPr lang="en-US" sz="2400" b="0" dirty="0" err="1"/>
              <a:t>GloVe</a:t>
            </a:r>
            <a:r>
              <a:rPr lang="en-US" sz="2400" b="0" dirty="0"/>
              <a:t>.</a:t>
            </a:r>
          </a:p>
          <a:p>
            <a:pPr lvl="1"/>
            <a:r>
              <a:rPr lang="en-US" sz="2000" b="0" dirty="0"/>
              <a:t>It can give the vector representations for the words not present in the dictionary. </a:t>
            </a:r>
            <a:r>
              <a:rPr lang="en-US" sz="2000" b="0" dirty="0" err="1"/>
              <a:t>Eg</a:t>
            </a:r>
            <a:r>
              <a:rPr lang="en-US" sz="2000" b="0" dirty="0"/>
              <a:t>- “stupedofanctabulouslyfantasti”</a:t>
            </a:r>
          </a:p>
          <a:p>
            <a:pPr lvl="1"/>
            <a:r>
              <a:rPr lang="en-US" sz="2000" b="0" dirty="0"/>
              <a:t>It is extremely fast.</a:t>
            </a:r>
            <a:endParaRPr lang="en-US" sz="2400" b="0" dirty="0"/>
          </a:p>
          <a:p>
            <a:endParaRPr lang="en-US" sz="2400" b="0" dirty="0"/>
          </a:p>
          <a:p>
            <a:endParaRPr lang="en-US" sz="2400" b="0" dirty="0"/>
          </a:p>
          <a:p>
            <a:endParaRPr lang="en-US" sz="2400" b="0" dirty="0"/>
          </a:p>
          <a:p>
            <a:r>
              <a:rPr lang="en-US" sz="2400" b="0" dirty="0"/>
              <a:t>Cons:-</a:t>
            </a:r>
          </a:p>
          <a:p>
            <a:pPr lvl="1"/>
            <a:r>
              <a:rPr lang="en-US" sz="2000" b="0" dirty="0"/>
              <a:t>Predictions are not consistent.</a:t>
            </a:r>
          </a:p>
          <a:p>
            <a:endParaRPr lang="en-US" sz="2400" b="0" dirty="0"/>
          </a:p>
          <a:p>
            <a:endParaRPr lang="en-US" sz="2400" b="0" dirty="0"/>
          </a:p>
        </p:txBody>
      </p:sp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B0639167-FE0E-44DA-9003-2C064EB662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137798"/>
              </p:ext>
            </p:extLst>
          </p:nvPr>
        </p:nvGraphicFramePr>
        <p:xfrm>
          <a:off x="3798277" y="3538590"/>
          <a:ext cx="3989196" cy="11358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28316">
                  <a:extLst>
                    <a:ext uri="{9D8B030D-6E8A-4147-A177-3AD203B41FA5}">
                      <a16:colId xmlns:a16="http://schemas.microsoft.com/office/drawing/2014/main" val="2598978099"/>
                    </a:ext>
                  </a:extLst>
                </a:gridCol>
                <a:gridCol w="2260880">
                  <a:extLst>
                    <a:ext uri="{9D8B030D-6E8A-4147-A177-3AD203B41FA5}">
                      <a16:colId xmlns:a16="http://schemas.microsoft.com/office/drawing/2014/main" val="2451390439"/>
                    </a:ext>
                  </a:extLst>
                </a:gridCol>
              </a:tblGrid>
              <a:tr h="1174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Validation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5541082"/>
                  </a:ext>
                </a:extLst>
              </a:tr>
              <a:tr h="4043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93.75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74453"/>
                  </a:ext>
                </a:extLst>
              </a:tr>
              <a:tr h="3464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 2*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98.92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97511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2B33C1E-C402-4B12-ACFE-1A2732F33F5A}"/>
              </a:ext>
            </a:extLst>
          </p:cNvPr>
          <p:cNvSpPr txBox="1"/>
          <p:nvPr/>
        </p:nvSpPr>
        <p:spPr>
          <a:xfrm>
            <a:off x="5884982" y="4674410"/>
            <a:ext cx="2897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*after hyperparameter tuning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9D6459-BD15-4011-8982-0D66CADF6D92}"/>
              </a:ext>
            </a:extLst>
          </p:cNvPr>
          <p:cNvSpPr txBox="1"/>
          <p:nvPr/>
        </p:nvSpPr>
        <p:spPr>
          <a:xfrm>
            <a:off x="9093758" y="5948624"/>
            <a:ext cx="1527350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To know more</a:t>
            </a:r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4" name="Section Zoom 3">
                <a:extLst>
                  <a:ext uri="{FF2B5EF4-FFF2-40B4-BE49-F238E27FC236}">
                    <a16:creationId xmlns:a16="http://schemas.microsoft.com/office/drawing/2014/main" id="{3DE5E85E-E3E5-469A-9D1A-AB15A3481C4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63984653"/>
                  </p:ext>
                </p:extLst>
              </p:nvPr>
            </p:nvGraphicFramePr>
            <p:xfrm>
              <a:off x="10621108" y="5982250"/>
              <a:ext cx="537029" cy="302079"/>
            </p:xfrm>
            <a:graphic>
              <a:graphicData uri="http://schemas.microsoft.com/office/powerpoint/2016/sectionzoom">
                <psez:sectionZm>
                  <psez:sectionZmObj sectionId="{2F6B314D-D262-42D5-8F3E-B0D3FB2645C1}">
                    <psez:zmPr id="{E30B1C57-8ACA-4EF7-BE30-63A5F6A440F8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37029" cy="3020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4" name="Section Zoom 3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3DE5E85E-E3E5-469A-9D1A-AB15A3481C4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21108" y="5982250"/>
                <a:ext cx="537029" cy="3020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5848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0C15011-12FA-4242-B8BC-4282A3DAF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1051"/>
            <a:ext cx="10515600" cy="506329"/>
          </a:xfrm>
        </p:spPr>
        <p:txBody>
          <a:bodyPr>
            <a:normAutofit fontScale="90000"/>
          </a:bodyPr>
          <a:lstStyle/>
          <a:p>
            <a:r>
              <a:rPr lang="en-US" dirty="0"/>
              <a:t>Data Augmentation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415A6BE-8A96-4DC4-90B6-990E604E2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37380"/>
            <a:ext cx="1445491" cy="446520"/>
          </a:xfr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dirty="0"/>
              <a:t>Method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99637FC3-0692-456F-B758-FBC74E86A0EA}"/>
              </a:ext>
            </a:extLst>
          </p:cNvPr>
          <p:cNvSpPr txBox="1">
            <a:spLocks/>
          </p:cNvSpPr>
          <p:nvPr/>
        </p:nvSpPr>
        <p:spPr>
          <a:xfrm>
            <a:off x="2447634" y="1006087"/>
            <a:ext cx="9153237" cy="70910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0" dirty="0"/>
              <a:t>Snorkel models the data augmentation process by applying user-defined transformation functions (TFs) in sequence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2B23C2B-CE85-4987-A9B9-967F112C4F4B}"/>
              </a:ext>
            </a:extLst>
          </p:cNvPr>
          <p:cNvSpPr txBox="1">
            <a:spLocks/>
          </p:cNvSpPr>
          <p:nvPr/>
        </p:nvSpPr>
        <p:spPr>
          <a:xfrm>
            <a:off x="318654" y="2576711"/>
            <a:ext cx="1722582" cy="1081984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bg2"/>
                </a:solidFill>
              </a:rPr>
              <a:t>Simple Wordnet/</a:t>
            </a:r>
            <a:br>
              <a:rPr lang="en-US" sz="1800" dirty="0">
                <a:solidFill>
                  <a:schemeClr val="bg2"/>
                </a:solidFill>
              </a:rPr>
            </a:br>
            <a:r>
              <a:rPr lang="en-US" sz="1800" dirty="0">
                <a:solidFill>
                  <a:schemeClr val="bg2"/>
                </a:solidFill>
              </a:rPr>
              <a:t>Simple Walmart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FA9F8C53-0114-4733-84B6-CBC491CDAD76}"/>
              </a:ext>
            </a:extLst>
          </p:cNvPr>
          <p:cNvSpPr txBox="1">
            <a:spLocks/>
          </p:cNvSpPr>
          <p:nvPr/>
        </p:nvSpPr>
        <p:spPr>
          <a:xfrm>
            <a:off x="2447636" y="1922158"/>
            <a:ext cx="9153237" cy="239863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800" dirty="0"/>
              <a:t>Randomly choose a word in the sentence and look for its synonym in “Wordnet”/Walmart synonyms list. If found, then replace it otherwise return nothing.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0" dirty="0">
                <a:solidFill>
                  <a:srgbClr val="FF0000"/>
                </a:solidFill>
              </a:rPr>
              <a:t>Example: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0" dirty="0">
                <a:solidFill>
                  <a:srgbClr val="FF0000"/>
                </a:solidFill>
              </a:rPr>
              <a:t>Original</a:t>
            </a:r>
            <a:r>
              <a:rPr lang="en-US" sz="1600" b="0" dirty="0"/>
              <a:t>: ENERGY ACAI BERRY JUICE SAM ENERGY JUICE PREMIUM </a:t>
            </a:r>
            <a:r>
              <a:rPr lang="en-US" sz="1600" b="0" dirty="0">
                <a:highlight>
                  <a:srgbClr val="FFFF00"/>
                </a:highlight>
              </a:rPr>
              <a:t>BEVERAGE</a:t>
            </a:r>
            <a:r>
              <a:rPr lang="en-US" sz="1600" b="0" dirty="0"/>
              <a:t> SUPER PREMIUM BEVERAGE NAKED BOLTHOUSE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0" dirty="0">
                <a:solidFill>
                  <a:srgbClr val="FF0000"/>
                </a:solidFill>
              </a:rPr>
              <a:t>Augmented: </a:t>
            </a:r>
            <a:r>
              <a:rPr lang="en-US" sz="1600" b="0" dirty="0"/>
              <a:t>ENERGY ACAI BERRY JUICE SAM ENERGY JUICE PREMIUM </a:t>
            </a:r>
            <a:r>
              <a:rPr lang="en-US" sz="1600" b="0" dirty="0">
                <a:highlight>
                  <a:srgbClr val="FFFF00"/>
                </a:highlight>
              </a:rPr>
              <a:t>POTABLE</a:t>
            </a:r>
            <a:r>
              <a:rPr lang="en-US" sz="1600" b="0" dirty="0"/>
              <a:t> SUPER PREMIUM BEVERAGE NAKED BOLTHOUSE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600" b="0" dirty="0"/>
              <a:t>Few errors with Wordnet- SAM: surface-to-air missile, Premium: Insurance Premium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D89604D0-862D-43A1-8436-17DC3FCBE287}"/>
              </a:ext>
            </a:extLst>
          </p:cNvPr>
          <p:cNvSpPr txBox="1">
            <a:spLocks/>
          </p:cNvSpPr>
          <p:nvPr/>
        </p:nvSpPr>
        <p:spPr>
          <a:xfrm>
            <a:off x="318654" y="5225794"/>
            <a:ext cx="1722582" cy="621494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bg2"/>
                </a:solidFill>
              </a:rPr>
              <a:t>Complex Walmart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284B9B29-7FD8-4A03-A6FF-BD9468CB6544}"/>
              </a:ext>
            </a:extLst>
          </p:cNvPr>
          <p:cNvSpPr txBox="1">
            <a:spLocks/>
          </p:cNvSpPr>
          <p:nvPr/>
        </p:nvSpPr>
        <p:spPr>
          <a:xfrm>
            <a:off x="2447634" y="4622242"/>
            <a:ext cx="9153239" cy="1828599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dirty="0"/>
              <a:t>Set the </a:t>
            </a:r>
            <a:r>
              <a:rPr lang="en-US" sz="1600" dirty="0"/>
              <a:t>ratio</a:t>
            </a:r>
            <a:r>
              <a:rPr lang="en-US" sz="1600" b="0" dirty="0"/>
              <a:t> </a:t>
            </a:r>
            <a:r>
              <a:rPr lang="en-US" sz="1600" dirty="0"/>
              <a:t>of verb, noun and adjectives.</a:t>
            </a:r>
          </a:p>
          <a:p>
            <a:r>
              <a:rPr lang="en-US" sz="1600" b="0" dirty="0"/>
              <a:t>If transformation function for verb is applied, then it will find all the verbs in the sentence, and randomly select any of them to look for synonym.</a:t>
            </a:r>
          </a:p>
          <a:p>
            <a:r>
              <a:rPr lang="en-US" sz="1600" b="0" dirty="0"/>
              <a:t>If the chosen verb is present in our Walmart list, then it is replaced with anyone of its synonyms, else if the verb is not present then return nothing.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0" dirty="0">
                <a:solidFill>
                  <a:srgbClr val="FF0000"/>
                </a:solidFill>
              </a:rPr>
              <a:t>Example:</a:t>
            </a:r>
            <a:r>
              <a:rPr lang="en-US" sz="1600" b="0" dirty="0"/>
              <a:t> Washing </a:t>
            </a:r>
            <a:r>
              <a:rPr lang="en-US" sz="1600" b="0" dirty="0">
                <a:sym typeface="Wingdings" panose="05000000000000000000" pitchFamily="2" charset="2"/>
              </a:rPr>
              <a:t> Cleaning, Scrubbing, Laundry</a:t>
            </a: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2580803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DEE80-A5A4-43BB-9F7E-A30DED5DA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0659"/>
            <a:ext cx="10515600" cy="780757"/>
          </a:xfrm>
        </p:spPr>
        <p:txBody>
          <a:bodyPr/>
          <a:lstStyle/>
          <a:p>
            <a:r>
              <a:rPr lang="en-US" dirty="0"/>
              <a:t>Augmented Train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F94B6-7E69-40EF-954F-1342515D6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482378"/>
            <a:ext cx="10977824" cy="1204989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0" dirty="0"/>
              <a:t>I will choose to add 2 new entries per observation because there is a trade off between similarity and computation time.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DA46E66-B68A-4D08-87B1-D0B905BADD18}"/>
              </a:ext>
            </a:extLst>
          </p:cNvPr>
          <p:cNvGraphicFramePr>
            <a:graphicFrameLocks/>
          </p:cNvGraphicFramePr>
          <p:nvPr/>
        </p:nvGraphicFramePr>
        <p:xfrm>
          <a:off x="1508760" y="1303111"/>
          <a:ext cx="8412480" cy="25958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401367">
                  <a:extLst>
                    <a:ext uri="{9D8B030D-6E8A-4147-A177-3AD203B41FA5}">
                      <a16:colId xmlns:a16="http://schemas.microsoft.com/office/drawing/2014/main" val="3828389806"/>
                    </a:ext>
                  </a:extLst>
                </a:gridCol>
                <a:gridCol w="1296237">
                  <a:extLst>
                    <a:ext uri="{9D8B030D-6E8A-4147-A177-3AD203B41FA5}">
                      <a16:colId xmlns:a16="http://schemas.microsoft.com/office/drawing/2014/main" val="838899630"/>
                    </a:ext>
                  </a:extLst>
                </a:gridCol>
                <a:gridCol w="1848897">
                  <a:extLst>
                    <a:ext uri="{9D8B030D-6E8A-4147-A177-3AD203B41FA5}">
                      <a16:colId xmlns:a16="http://schemas.microsoft.com/office/drawing/2014/main" val="2929191382"/>
                    </a:ext>
                  </a:extLst>
                </a:gridCol>
                <a:gridCol w="1865979">
                  <a:extLst>
                    <a:ext uri="{9D8B030D-6E8A-4147-A177-3AD203B41FA5}">
                      <a16:colId xmlns:a16="http://schemas.microsoft.com/office/drawing/2014/main" val="3837223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Jaccard similarity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Cossine similarity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296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Train_df 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34.31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63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Augmented(n_per_original=2)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69842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35.24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672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Augmented(n_per_original=3)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79972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565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Augmented(n_per_original=5)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394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Augmented(n_per_original=10)</a:t>
                      </a: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148432</a:t>
                      </a: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10.53</a:t>
                      </a: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35.3</a:t>
                      </a: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453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Augmented(n_per_original=2)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69937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10.32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35.28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525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312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578A7-1F25-416C-A03A-4009D267E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83" y="218121"/>
            <a:ext cx="10515600" cy="485608"/>
          </a:xfrm>
        </p:spPr>
        <p:txBody>
          <a:bodyPr>
            <a:noAutofit/>
          </a:bodyPr>
          <a:lstStyle/>
          <a:p>
            <a:r>
              <a:rPr lang="en-US" dirty="0"/>
              <a:t>Fuzzy score &amp; Trust factor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0540770-814B-47E8-91D1-EA51C8C0EC30}"/>
              </a:ext>
            </a:extLst>
          </p:cNvPr>
          <p:cNvSpPr/>
          <p:nvPr/>
        </p:nvSpPr>
        <p:spPr>
          <a:xfrm>
            <a:off x="2793402" y="1126093"/>
            <a:ext cx="1891977" cy="394891"/>
          </a:xfrm>
          <a:prstGeom prst="roundRect">
            <a:avLst/>
          </a:prstGeom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Column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AA96190-2D68-4C14-B32B-A19DE7C48F16}"/>
              </a:ext>
            </a:extLst>
          </p:cNvPr>
          <p:cNvSpPr/>
          <p:nvPr/>
        </p:nvSpPr>
        <p:spPr>
          <a:xfrm>
            <a:off x="1309544" y="2218289"/>
            <a:ext cx="1106129" cy="395661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Category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B00CF3-603D-41EB-97C5-D77C69C15893}"/>
              </a:ext>
            </a:extLst>
          </p:cNvPr>
          <p:cNvSpPr/>
          <p:nvPr/>
        </p:nvSpPr>
        <p:spPr>
          <a:xfrm>
            <a:off x="5116749" y="2227054"/>
            <a:ext cx="979251" cy="395661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Variety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97E2A1D7-2C2A-4674-A1B5-4006F6C708F9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5400000">
            <a:off x="2452348" y="931245"/>
            <a:ext cx="697305" cy="187678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34827B40-5B14-4FFC-B0A6-96BA12A9970C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16200000" flipH="1">
            <a:off x="4319848" y="940527"/>
            <a:ext cx="706070" cy="18669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515F79E-6577-4459-8BED-54238A8383A5}"/>
              </a:ext>
            </a:extLst>
          </p:cNvPr>
          <p:cNvSpPr/>
          <p:nvPr/>
        </p:nvSpPr>
        <p:spPr>
          <a:xfrm>
            <a:off x="213168" y="3203059"/>
            <a:ext cx="2059857" cy="49830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If Fuzzy score &gt; =80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1F34687-63C3-4F23-B226-C9C7C8AC7906}"/>
              </a:ext>
            </a:extLst>
          </p:cNvPr>
          <p:cNvSpPr/>
          <p:nvPr/>
        </p:nvSpPr>
        <p:spPr>
          <a:xfrm>
            <a:off x="2543615" y="3237314"/>
            <a:ext cx="1480517" cy="467517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Else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DF85B2DA-562C-41AC-8C45-7A531CD3A323}"/>
              </a:ext>
            </a:extLst>
          </p:cNvPr>
          <p:cNvCxnSpPr>
            <a:cxnSpLocks/>
            <a:stCxn id="5" idx="2"/>
            <a:endCxn id="24" idx="0"/>
          </p:cNvCxnSpPr>
          <p:nvPr/>
        </p:nvCxnSpPr>
        <p:spPr>
          <a:xfrm rot="5400000">
            <a:off x="1258299" y="2598748"/>
            <a:ext cx="589109" cy="61951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DB285636-FB63-400E-A24F-0DF7C1F045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2275731" y="2204963"/>
            <a:ext cx="623364" cy="142126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D2BEF63-D322-4BBF-A9CF-2240647981D5}"/>
              </a:ext>
            </a:extLst>
          </p:cNvPr>
          <p:cNvSpPr/>
          <p:nvPr/>
        </p:nvSpPr>
        <p:spPr>
          <a:xfrm>
            <a:off x="4410454" y="3243887"/>
            <a:ext cx="2078294" cy="467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If Fuzzy score &gt;= 80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8FB6468-6C30-4D72-9182-26BC56F6747E}"/>
              </a:ext>
            </a:extLst>
          </p:cNvPr>
          <p:cNvSpPr/>
          <p:nvPr/>
        </p:nvSpPr>
        <p:spPr>
          <a:xfrm>
            <a:off x="6781693" y="3266110"/>
            <a:ext cx="1480977" cy="467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Else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6C49B8B8-EBA3-49A8-8D6A-E35C966A7BAC}"/>
              </a:ext>
            </a:extLst>
          </p:cNvPr>
          <p:cNvCxnSpPr>
            <a:cxnSpLocks/>
            <a:stCxn id="6" idx="2"/>
            <a:endCxn id="37" idx="0"/>
          </p:cNvCxnSpPr>
          <p:nvPr/>
        </p:nvCxnSpPr>
        <p:spPr>
          <a:xfrm rot="16200000" flipH="1">
            <a:off x="6242581" y="1986508"/>
            <a:ext cx="643395" cy="191580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807B9B4C-98F5-4797-B889-73DE7DCCF65B}"/>
              </a:ext>
            </a:extLst>
          </p:cNvPr>
          <p:cNvCxnSpPr>
            <a:cxnSpLocks/>
          </p:cNvCxnSpPr>
          <p:nvPr/>
        </p:nvCxnSpPr>
        <p:spPr>
          <a:xfrm rot="5400000">
            <a:off x="5217402" y="2864586"/>
            <a:ext cx="621172" cy="1567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DCDC866-3FEC-4568-9452-045002653196}"/>
              </a:ext>
            </a:extLst>
          </p:cNvPr>
          <p:cNvSpPr/>
          <p:nvPr/>
        </p:nvSpPr>
        <p:spPr>
          <a:xfrm>
            <a:off x="377667" y="4290474"/>
            <a:ext cx="1730858" cy="559457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Trust factor = 1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40036675-76F2-4DEA-9229-27DCBA7E9E93}"/>
              </a:ext>
            </a:extLst>
          </p:cNvPr>
          <p:cNvSpPr/>
          <p:nvPr/>
        </p:nvSpPr>
        <p:spPr>
          <a:xfrm>
            <a:off x="4459001" y="4270074"/>
            <a:ext cx="1981200" cy="53274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Trust factor = 1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183D220E-3E31-4B6B-AB40-D503A1DA29D9}"/>
              </a:ext>
            </a:extLst>
          </p:cNvPr>
          <p:cNvSpPr/>
          <p:nvPr/>
        </p:nvSpPr>
        <p:spPr>
          <a:xfrm>
            <a:off x="2402879" y="4262104"/>
            <a:ext cx="1730857" cy="559457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Trust factor = 0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53984191-F6C9-47A7-8C7B-0EC6A0C2C10E}"/>
              </a:ext>
            </a:extLst>
          </p:cNvPr>
          <p:cNvSpPr/>
          <p:nvPr/>
        </p:nvSpPr>
        <p:spPr>
          <a:xfrm>
            <a:off x="6688426" y="4270073"/>
            <a:ext cx="1674388" cy="42787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Trust factor = 0</a:t>
            </a:r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2BEC170E-EC91-4599-A7C5-3B9527B01572}"/>
              </a:ext>
            </a:extLst>
          </p:cNvPr>
          <p:cNvCxnSpPr>
            <a:cxnSpLocks/>
            <a:stCxn id="25" idx="2"/>
            <a:endCxn id="80" idx="0"/>
          </p:cNvCxnSpPr>
          <p:nvPr/>
        </p:nvCxnSpPr>
        <p:spPr>
          <a:xfrm rot="5400000">
            <a:off x="2997455" y="3975684"/>
            <a:ext cx="557273" cy="155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9A5FEF8C-14CC-4EC7-A6FC-9CF0A8DBAE5F}"/>
              </a:ext>
            </a:extLst>
          </p:cNvPr>
          <p:cNvCxnSpPr>
            <a:cxnSpLocks/>
            <a:stCxn id="24" idx="2"/>
            <a:endCxn id="47" idx="0"/>
          </p:cNvCxnSpPr>
          <p:nvPr/>
        </p:nvCxnSpPr>
        <p:spPr>
          <a:xfrm rot="5400000">
            <a:off x="948543" y="3995919"/>
            <a:ext cx="589109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A905285F-FA8C-4D94-B45F-5F3EEC0A8F4D}"/>
              </a:ext>
            </a:extLst>
          </p:cNvPr>
          <p:cNvCxnSpPr>
            <a:cxnSpLocks/>
            <a:stCxn id="36" idx="2"/>
            <a:endCxn id="79" idx="0"/>
          </p:cNvCxnSpPr>
          <p:nvPr/>
        </p:nvCxnSpPr>
        <p:spPr>
          <a:xfrm rot="5400000">
            <a:off x="5170268" y="3990740"/>
            <a:ext cx="558667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B1EAA62C-886A-4504-AD6E-FD751B868C10}"/>
              </a:ext>
            </a:extLst>
          </p:cNvPr>
          <p:cNvCxnSpPr>
            <a:cxnSpLocks/>
            <a:stCxn id="37" idx="2"/>
            <a:endCxn id="81" idx="0"/>
          </p:cNvCxnSpPr>
          <p:nvPr/>
        </p:nvCxnSpPr>
        <p:spPr>
          <a:xfrm rot="16200000" flipH="1">
            <a:off x="7255680" y="4000132"/>
            <a:ext cx="536443" cy="34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33673EFF-841E-4A74-804F-67B5B937A03F}"/>
              </a:ext>
            </a:extLst>
          </p:cNvPr>
          <p:cNvSpPr txBox="1"/>
          <p:nvPr/>
        </p:nvSpPr>
        <p:spPr>
          <a:xfrm>
            <a:off x="9003159" y="1924837"/>
            <a:ext cx="2911250" cy="32624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Note: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I’ll use Partial token set ratio to calculate the fuzzy score.</a:t>
            </a:r>
          </a:p>
          <a:p>
            <a:endParaRPr lang="en-US" i="1" dirty="0"/>
          </a:p>
          <a:p>
            <a:r>
              <a:rPr lang="en-US" b="1" i="1" u="sng" dirty="0">
                <a:solidFill>
                  <a:srgbClr val="FF0000"/>
                </a:solidFill>
              </a:rPr>
              <a:t>Example:</a:t>
            </a:r>
          </a:p>
          <a:p>
            <a:r>
              <a:rPr lang="en-US" sz="1600" b="1" dirty="0">
                <a:solidFill>
                  <a:schemeClr val="tx2"/>
                </a:solidFill>
              </a:rPr>
              <a:t>str1</a:t>
            </a:r>
            <a:r>
              <a:rPr lang="en-US" sz="1600" dirty="0"/>
              <a:t> = "CHOCOLATE CHOCOLATE BRANDS MID TIER" </a:t>
            </a:r>
          </a:p>
          <a:p>
            <a:r>
              <a:rPr lang="en-US" sz="1600" b="1" dirty="0">
                <a:solidFill>
                  <a:schemeClr val="tx2"/>
                </a:solidFill>
              </a:rPr>
              <a:t>str2</a:t>
            </a:r>
            <a:r>
              <a:rPr lang="en-US" sz="1600" dirty="0"/>
              <a:t> = "brands; chocolate" </a:t>
            </a:r>
          </a:p>
          <a:p>
            <a:r>
              <a:rPr lang="en-US" sz="1600" dirty="0" err="1"/>
              <a:t>Fuzz.partial_token_set_ratio</a:t>
            </a:r>
            <a:r>
              <a:rPr lang="en-US" sz="1600" dirty="0"/>
              <a:t>  = 100</a:t>
            </a:r>
          </a:p>
          <a:p>
            <a:endParaRPr lang="en-US" i="1" dirty="0"/>
          </a:p>
          <a:p>
            <a:endParaRPr lang="en-US" i="1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7C3063C-6F7B-4D8A-9195-BF0142761AF7}"/>
              </a:ext>
            </a:extLst>
          </p:cNvPr>
          <p:cNvSpPr/>
          <p:nvPr/>
        </p:nvSpPr>
        <p:spPr>
          <a:xfrm>
            <a:off x="604456" y="5530867"/>
            <a:ext cx="3878318" cy="532745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Trust factor Category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06C6966-EB18-417C-A549-C6535BB81C8B}"/>
              </a:ext>
            </a:extLst>
          </p:cNvPr>
          <p:cNvSpPr/>
          <p:nvPr/>
        </p:nvSpPr>
        <p:spPr>
          <a:xfrm>
            <a:off x="5296201" y="5527344"/>
            <a:ext cx="3381888" cy="532745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Trust factor Variety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655EFA9D-2E71-44C1-98EF-0D5086C9088C}"/>
              </a:ext>
            </a:extLst>
          </p:cNvPr>
          <p:cNvCxnSpPr>
            <a:cxnSpLocks/>
            <a:stCxn id="47" idx="2"/>
            <a:endCxn id="39" idx="0"/>
          </p:cNvCxnSpPr>
          <p:nvPr/>
        </p:nvCxnSpPr>
        <p:spPr>
          <a:xfrm rot="16200000" flipH="1">
            <a:off x="1552887" y="4540139"/>
            <a:ext cx="680936" cy="13005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3DA189E1-2033-42AA-BF79-3ABEECDFA1EC}"/>
              </a:ext>
            </a:extLst>
          </p:cNvPr>
          <p:cNvCxnSpPr>
            <a:cxnSpLocks/>
          </p:cNvCxnSpPr>
          <p:nvPr/>
        </p:nvCxnSpPr>
        <p:spPr>
          <a:xfrm rot="5400000">
            <a:off x="2559091" y="4824923"/>
            <a:ext cx="709306" cy="72469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01B0927A-DEAC-402D-9031-69377F79BCD0}"/>
              </a:ext>
            </a:extLst>
          </p:cNvPr>
          <p:cNvCxnSpPr>
            <a:cxnSpLocks/>
            <a:stCxn id="79" idx="2"/>
            <a:endCxn id="40" idx="0"/>
          </p:cNvCxnSpPr>
          <p:nvPr/>
        </p:nvCxnSpPr>
        <p:spPr>
          <a:xfrm rot="16200000" flipH="1">
            <a:off x="5856111" y="4396309"/>
            <a:ext cx="724525" cy="153754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B8E1F0E1-BCE5-48BA-8C87-6AAF49557CBD}"/>
              </a:ext>
            </a:extLst>
          </p:cNvPr>
          <p:cNvCxnSpPr>
            <a:cxnSpLocks/>
            <a:stCxn id="81" idx="2"/>
            <a:endCxn id="40" idx="0"/>
          </p:cNvCxnSpPr>
          <p:nvPr/>
        </p:nvCxnSpPr>
        <p:spPr>
          <a:xfrm rot="5400000">
            <a:off x="6841683" y="4843406"/>
            <a:ext cx="829401" cy="538475"/>
          </a:xfrm>
          <a:prstGeom prst="bentConnector3">
            <a:avLst>
              <a:gd name="adj1" fmla="val 5556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60CB5A04-EDC2-42E4-86DE-12D61D449808}"/>
              </a:ext>
            </a:extLst>
          </p:cNvPr>
          <p:cNvCxnSpPr>
            <a:cxnSpLocks/>
          </p:cNvCxnSpPr>
          <p:nvPr/>
        </p:nvCxnSpPr>
        <p:spPr>
          <a:xfrm flipH="1">
            <a:off x="8831489" y="1294959"/>
            <a:ext cx="11393" cy="516420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16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DCFDA-CB57-4E14-9BCB-204117CD8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152" y="288604"/>
            <a:ext cx="10515600" cy="546561"/>
          </a:xfrm>
        </p:spPr>
        <p:txBody>
          <a:bodyPr>
            <a:normAutofit fontScale="90000"/>
          </a:bodyPr>
          <a:lstStyle/>
          <a:p>
            <a:r>
              <a:rPr lang="en-US" dirty="0"/>
              <a:t>Fuzzy TF-IDF matching of FEAT1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207C61F-E429-40C1-93DD-A7E0058287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8965674"/>
              </p:ext>
            </p:extLst>
          </p:nvPr>
        </p:nvGraphicFramePr>
        <p:xfrm>
          <a:off x="827504" y="3645405"/>
          <a:ext cx="702232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5881">
                  <a:extLst>
                    <a:ext uri="{9D8B030D-6E8A-4147-A177-3AD203B41FA5}">
                      <a16:colId xmlns:a16="http://schemas.microsoft.com/office/drawing/2014/main" val="3565917646"/>
                    </a:ext>
                  </a:extLst>
                </a:gridCol>
                <a:gridCol w="2358922">
                  <a:extLst>
                    <a:ext uri="{9D8B030D-6E8A-4147-A177-3AD203B41FA5}">
                      <a16:colId xmlns:a16="http://schemas.microsoft.com/office/drawing/2014/main" val="2929747970"/>
                    </a:ext>
                  </a:extLst>
                </a:gridCol>
                <a:gridCol w="1578663">
                  <a:extLst>
                    <a:ext uri="{9D8B030D-6E8A-4147-A177-3AD203B41FA5}">
                      <a16:colId xmlns:a16="http://schemas.microsoft.com/office/drawing/2014/main" val="1008622269"/>
                    </a:ext>
                  </a:extLst>
                </a:gridCol>
                <a:gridCol w="1478863">
                  <a:extLst>
                    <a:ext uri="{9D8B030D-6E8A-4147-A177-3AD203B41FA5}">
                      <a16:colId xmlns:a16="http://schemas.microsoft.com/office/drawing/2014/main" val="4111887013"/>
                    </a:ext>
                  </a:extLst>
                </a:gridCol>
              </a:tblGrid>
              <a:tr h="29238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Ratio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Observations matched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TF category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TF variety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04639473"/>
                  </a:ext>
                </a:extLst>
              </a:tr>
              <a:tr h="29238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&gt;=90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96.85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95.85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10476582"/>
                  </a:ext>
                </a:extLst>
              </a:tr>
              <a:tr h="29238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&gt;=80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8453</a:t>
                      </a: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97.27</a:t>
                      </a: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98.37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116654"/>
                  </a:ext>
                </a:extLst>
              </a:tr>
              <a:tr h="29238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&gt;=70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32521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94.75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96.54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373185"/>
                  </a:ext>
                </a:extLst>
              </a:tr>
              <a:tr h="29238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&gt;=60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109061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89.68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91.24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88018389"/>
                  </a:ext>
                </a:extLst>
              </a:tr>
              <a:tr h="29238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&gt;=50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223808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81.69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82.99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70169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66584D6-24C0-465A-8410-AD302388F18A}"/>
              </a:ext>
            </a:extLst>
          </p:cNvPr>
          <p:cNvSpPr txBox="1"/>
          <p:nvPr/>
        </p:nvSpPr>
        <p:spPr>
          <a:xfrm>
            <a:off x="737320" y="5599087"/>
            <a:ext cx="10758056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I’ll take my ratio as greater than and equal to 70 as I want more &amp; more no. of observations to match and at the same time want to ensure high trust factors for category and variety.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5C619A-D6B0-4713-80F7-1B38EE10BF20}"/>
              </a:ext>
            </a:extLst>
          </p:cNvPr>
          <p:cNvSpPr txBox="1"/>
          <p:nvPr/>
        </p:nvSpPr>
        <p:spPr>
          <a:xfrm>
            <a:off x="8872694" y="3775341"/>
            <a:ext cx="2411415" cy="1569660"/>
          </a:xfrm>
          <a:prstGeom prst="rect">
            <a:avLst/>
          </a:prstGeom>
          <a:ln>
            <a:prstDash val="sysDot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 fuzzy Tfidf match-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Partial = False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Ratio = sort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 Trust factor-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Partial token set ratio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F464DFE-EE2B-47D5-BB0E-BA9F0D621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390294"/>
              </p:ext>
            </p:extLst>
          </p:nvPr>
        </p:nvGraphicFramePr>
        <p:xfrm>
          <a:off x="696624" y="1536705"/>
          <a:ext cx="10798752" cy="140716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921616">
                  <a:extLst>
                    <a:ext uri="{9D8B030D-6E8A-4147-A177-3AD203B41FA5}">
                      <a16:colId xmlns:a16="http://schemas.microsoft.com/office/drawing/2014/main" val="515348064"/>
                    </a:ext>
                  </a:extLst>
                </a:gridCol>
                <a:gridCol w="6797964">
                  <a:extLst>
                    <a:ext uri="{9D8B030D-6E8A-4147-A177-3AD203B41FA5}">
                      <a16:colId xmlns:a16="http://schemas.microsoft.com/office/drawing/2014/main" val="2962953335"/>
                    </a:ext>
                  </a:extLst>
                </a:gridCol>
                <a:gridCol w="646545">
                  <a:extLst>
                    <a:ext uri="{9D8B030D-6E8A-4147-A177-3AD203B41FA5}">
                      <a16:colId xmlns:a16="http://schemas.microsoft.com/office/drawing/2014/main" val="4091123897"/>
                    </a:ext>
                  </a:extLst>
                </a:gridCol>
                <a:gridCol w="1200727">
                  <a:extLst>
                    <a:ext uri="{9D8B030D-6E8A-4147-A177-3AD203B41FA5}">
                      <a16:colId xmlns:a16="http://schemas.microsoft.com/office/drawing/2014/main" val="2422797270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3605748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FEAT1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Ratio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Category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Variety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93698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CUSTOMER ORDERED PROGRAM COP </a:t>
                      </a:r>
                      <a:r>
                        <a:rPr lang="en-US" sz="1400" dirty="0">
                          <a:highlight>
                            <a:srgbClr val="FFFF00"/>
                          </a:highlight>
                        </a:rPr>
                        <a:t>LEATHER LEAF </a:t>
                      </a:r>
                      <a:r>
                        <a:rPr lang="en-US" sz="1400" dirty="0"/>
                        <a:t>CUSTOMER ORDER PROGRAM FLORAL </a:t>
                      </a:r>
                      <a:r>
                        <a:rPr lang="en-US" sz="1400" dirty="0">
                          <a:highlight>
                            <a:srgbClr val="FFFF00"/>
                          </a:highlight>
                        </a:rPr>
                        <a:t>MISC FLORAL </a:t>
                      </a:r>
                      <a:r>
                        <a:rPr lang="en-US" sz="1400" dirty="0"/>
                        <a:t>CUSTOMER ORDER PROGRAM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CONSUMER BUNCHES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CONSUMER BUNCHES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7775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Train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CUSTOMER ORDERED PROGRAM COP </a:t>
                      </a:r>
                      <a:r>
                        <a:rPr lang="en-US" sz="1400" dirty="0">
                          <a:highlight>
                            <a:srgbClr val="FFFF00"/>
                          </a:highlight>
                        </a:rPr>
                        <a:t>HYDRG BLUE </a:t>
                      </a:r>
                      <a:r>
                        <a:rPr lang="en-US" sz="1400" dirty="0"/>
                        <a:t>CUSTOMER ORDER PROGRAM FLORAL CONSUMER </a:t>
                      </a:r>
                      <a:r>
                        <a:rPr lang="en-US" sz="1400" dirty="0">
                          <a:highlight>
                            <a:srgbClr val="FFFF00"/>
                          </a:highlight>
                        </a:rPr>
                        <a:t>BUNCH  SHOPPER BUNCH EVERYDAY </a:t>
                      </a:r>
                      <a:r>
                        <a:rPr lang="en-US" sz="1400" dirty="0"/>
                        <a:t>CUSTOMER ORDER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20080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C0240E9-CBB7-4076-A5DB-6594704A5514}"/>
              </a:ext>
            </a:extLst>
          </p:cNvPr>
          <p:cNvSpPr txBox="1"/>
          <p:nvPr/>
        </p:nvSpPr>
        <p:spPr>
          <a:xfrm>
            <a:off x="617974" y="1113685"/>
            <a:ext cx="263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:-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A3927F-83A5-4747-ADB4-914A2EB49A14}"/>
              </a:ext>
            </a:extLst>
          </p:cNvPr>
          <p:cNvSpPr txBox="1"/>
          <p:nvPr/>
        </p:nvSpPr>
        <p:spPr>
          <a:xfrm>
            <a:off x="696624" y="3213632"/>
            <a:ext cx="26384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Deciding on the ratio-</a:t>
            </a:r>
          </a:p>
        </p:txBody>
      </p:sp>
    </p:spTree>
    <p:extLst>
      <p:ext uri="{BB962C8B-B14F-4D97-AF65-F5344CB8AC3E}">
        <p14:creationId xmlns:p14="http://schemas.microsoft.com/office/powerpoint/2010/main" val="34611169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B60E4-197C-4AC9-8156-7BC56720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509451"/>
          </a:xfrm>
        </p:spPr>
        <p:txBody>
          <a:bodyPr>
            <a:normAutofit fontScale="90000"/>
          </a:bodyPr>
          <a:lstStyle/>
          <a:p>
            <a:r>
              <a:rPr lang="en-US" dirty="0"/>
              <a:t>Final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4BC38-F9C7-40A7-8E86-653CFB6F6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107" y="4122834"/>
            <a:ext cx="10761785" cy="2210319"/>
          </a:xfr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r>
              <a:rPr lang="en-US" b="0" dirty="0"/>
              <a:t>Data augmentation gives a good boost to TF category and TF variety.</a:t>
            </a:r>
          </a:p>
          <a:p>
            <a:pPr>
              <a:lnSpc>
                <a:spcPct val="110000"/>
              </a:lnSpc>
            </a:pPr>
            <a:r>
              <a:rPr lang="en-US" b="0" dirty="0"/>
              <a:t>There is just (0.4-0.8)% increase in trust factor after using fuzzy tfidf match of FEAT1. Also, it affects TF category more as compared to TF variety.</a:t>
            </a:r>
          </a:p>
          <a:p>
            <a:r>
              <a:rPr lang="en-US" b="0" dirty="0">
                <a:solidFill>
                  <a:srgbClr val="FF0000"/>
                </a:solidFill>
              </a:rPr>
              <a:t>Final score</a:t>
            </a:r>
            <a:r>
              <a:rPr lang="en-US" b="0" dirty="0"/>
              <a:t>: </a:t>
            </a:r>
            <a:r>
              <a:rPr lang="en-US" b="0" dirty="0">
                <a:highlight>
                  <a:srgbClr val="00FF00"/>
                </a:highlight>
              </a:rPr>
              <a:t>86% </a:t>
            </a:r>
            <a:r>
              <a:rPr lang="en-US" b="0" dirty="0"/>
              <a:t>Trust factor using current MMIC trust factor calculation method. The present model which is in use gives 85% Trust factor. Hence, I’m able to improve the performance by </a:t>
            </a:r>
            <a:r>
              <a:rPr lang="en-US" b="0" dirty="0">
                <a:highlight>
                  <a:srgbClr val="FFFF00"/>
                </a:highlight>
              </a:rPr>
              <a:t>1%.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F4975F5-CD23-4C7D-BEAB-65454BEC0A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807309"/>
              </p:ext>
            </p:extLst>
          </p:nvPr>
        </p:nvGraphicFramePr>
        <p:xfrm>
          <a:off x="1306286" y="1915376"/>
          <a:ext cx="9237788" cy="1639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247">
                  <a:extLst>
                    <a:ext uri="{9D8B030D-6E8A-4147-A177-3AD203B41FA5}">
                      <a16:colId xmlns:a16="http://schemas.microsoft.com/office/drawing/2014/main" val="3623246230"/>
                    </a:ext>
                  </a:extLst>
                </a:gridCol>
                <a:gridCol w="1335886">
                  <a:extLst>
                    <a:ext uri="{9D8B030D-6E8A-4147-A177-3AD203B41FA5}">
                      <a16:colId xmlns:a16="http://schemas.microsoft.com/office/drawing/2014/main" val="1753829132"/>
                    </a:ext>
                  </a:extLst>
                </a:gridCol>
                <a:gridCol w="1291072">
                  <a:extLst>
                    <a:ext uri="{9D8B030D-6E8A-4147-A177-3AD203B41FA5}">
                      <a16:colId xmlns:a16="http://schemas.microsoft.com/office/drawing/2014/main" val="4231657757"/>
                    </a:ext>
                  </a:extLst>
                </a:gridCol>
                <a:gridCol w="1449651">
                  <a:extLst>
                    <a:ext uri="{9D8B030D-6E8A-4147-A177-3AD203B41FA5}">
                      <a16:colId xmlns:a16="http://schemas.microsoft.com/office/drawing/2014/main" val="342780887"/>
                    </a:ext>
                  </a:extLst>
                </a:gridCol>
                <a:gridCol w="1251425">
                  <a:extLst>
                    <a:ext uri="{9D8B030D-6E8A-4147-A177-3AD203B41FA5}">
                      <a16:colId xmlns:a16="http://schemas.microsoft.com/office/drawing/2014/main" val="933079915"/>
                    </a:ext>
                  </a:extLst>
                </a:gridCol>
                <a:gridCol w="1313478">
                  <a:extLst>
                    <a:ext uri="{9D8B030D-6E8A-4147-A177-3AD203B41FA5}">
                      <a16:colId xmlns:a16="http://schemas.microsoft.com/office/drawing/2014/main" val="781484514"/>
                    </a:ext>
                  </a:extLst>
                </a:gridCol>
                <a:gridCol w="1179029">
                  <a:extLst>
                    <a:ext uri="{9D8B030D-6E8A-4147-A177-3AD203B41FA5}">
                      <a16:colId xmlns:a16="http://schemas.microsoft.com/office/drawing/2014/main" val="2706068197"/>
                    </a:ext>
                  </a:extLst>
                </a:gridCol>
              </a:tblGrid>
              <a:tr h="52844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TF category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TF variety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TF category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TF variety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TF category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TF variety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71440814"/>
                  </a:ext>
                </a:extLst>
              </a:tr>
              <a:tr h="37037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FastText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63.05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71.86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63.58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72.31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11554477"/>
                  </a:ext>
                </a:extLst>
              </a:tr>
              <a:tr h="37037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RF+LR (hard)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64.02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79.61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69.29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79.88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69.82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80.08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9209125"/>
                  </a:ext>
                </a:extLst>
              </a:tr>
              <a:tr h="37037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66.12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76.57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68.96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82.20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69.92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82.46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720087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017A8B-BADA-46B4-8F68-2FD72329C4A8}"/>
              </a:ext>
            </a:extLst>
          </p:cNvPr>
          <p:cNvSpPr txBox="1">
            <a:spLocks/>
          </p:cNvSpPr>
          <p:nvPr/>
        </p:nvSpPr>
        <p:spPr>
          <a:xfrm>
            <a:off x="2769160" y="1518070"/>
            <a:ext cx="2325354" cy="281688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w/o Data augmentation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52F77DF-3DD4-43AC-8EFC-65E80E65E6A2}"/>
              </a:ext>
            </a:extLst>
          </p:cNvPr>
          <p:cNvSpPr txBox="1">
            <a:spLocks/>
          </p:cNvSpPr>
          <p:nvPr/>
        </p:nvSpPr>
        <p:spPr>
          <a:xfrm>
            <a:off x="5457932" y="1526436"/>
            <a:ext cx="2325355" cy="28168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after Data augmentation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045F0A-58E5-4610-B1C3-4D5951AD937D}"/>
              </a:ext>
            </a:extLst>
          </p:cNvPr>
          <p:cNvSpPr txBox="1">
            <a:spLocks/>
          </p:cNvSpPr>
          <p:nvPr/>
        </p:nvSpPr>
        <p:spPr>
          <a:xfrm>
            <a:off x="8146705" y="1526436"/>
            <a:ext cx="2325356" cy="281688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Data augmentation &amp; Fuzzy</a:t>
            </a:r>
          </a:p>
        </p:txBody>
      </p:sp>
    </p:spTree>
    <p:extLst>
      <p:ext uri="{BB962C8B-B14F-4D97-AF65-F5344CB8AC3E}">
        <p14:creationId xmlns:p14="http://schemas.microsoft.com/office/powerpoint/2010/main" val="3371072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iley Face 5">
            <a:extLst>
              <a:ext uri="{FF2B5EF4-FFF2-40B4-BE49-F238E27FC236}">
                <a16:creationId xmlns:a16="http://schemas.microsoft.com/office/drawing/2014/main" id="{1C97C03F-F8D9-46AB-BF36-430E0A5C124C}"/>
              </a:ext>
            </a:extLst>
          </p:cNvPr>
          <p:cNvSpPr/>
          <p:nvPr/>
        </p:nvSpPr>
        <p:spPr>
          <a:xfrm>
            <a:off x="8036718" y="2588172"/>
            <a:ext cx="935421" cy="840828"/>
          </a:xfrm>
          <a:prstGeom prst="smileyFace">
            <a:avLst/>
          </a:prstGeom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D28C04-709E-485F-A456-B5462A8DAD08}"/>
              </a:ext>
            </a:extLst>
          </p:cNvPr>
          <p:cNvSpPr/>
          <p:nvPr/>
        </p:nvSpPr>
        <p:spPr>
          <a:xfrm>
            <a:off x="4069425" y="2588172"/>
            <a:ext cx="38567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075818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DFB3B-E228-4578-9E2F-4226D9948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684" y="263429"/>
            <a:ext cx="10515600" cy="579789"/>
          </a:xfrm>
          <a:noFill/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FastText - I</a:t>
            </a:r>
          </a:p>
        </p:txBody>
      </p:sp>
      <p:pic>
        <p:nvPicPr>
          <p:cNvPr id="5" name="Picture 4" descr="Diagram, text&#10;&#10;Description automatically generated">
            <a:extLst>
              <a:ext uri="{FF2B5EF4-FFF2-40B4-BE49-F238E27FC236}">
                <a16:creationId xmlns:a16="http://schemas.microsoft.com/office/drawing/2014/main" id="{99E512B7-E1C3-4751-97F1-0C2EC8D3F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84" y="2136676"/>
            <a:ext cx="5039428" cy="258464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Diagram, table&#10;&#10;Description automatically generated">
            <a:extLst>
              <a:ext uri="{FF2B5EF4-FFF2-40B4-BE49-F238E27FC236}">
                <a16:creationId xmlns:a16="http://schemas.microsoft.com/office/drawing/2014/main" id="{E8AC98B6-0A43-42A1-9B46-96DF4BBED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044" y="2151462"/>
            <a:ext cx="5010849" cy="258464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87D031-9A5A-4BF5-B226-AB8B9B2D5D7F}"/>
              </a:ext>
            </a:extLst>
          </p:cNvPr>
          <p:cNvSpPr txBox="1"/>
          <p:nvPr/>
        </p:nvSpPr>
        <p:spPr>
          <a:xfrm>
            <a:off x="557684" y="4978236"/>
            <a:ext cx="5039428" cy="646331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wordNgrams = 1</a:t>
            </a:r>
          </a:p>
          <a:p>
            <a:pPr algn="ctr"/>
            <a:r>
              <a:rPr lang="en-US" dirty="0"/>
              <a:t>ws =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D4295D-280B-46CA-8B67-50A76EB848FC}"/>
              </a:ext>
            </a:extLst>
          </p:cNvPr>
          <p:cNvSpPr txBox="1"/>
          <p:nvPr/>
        </p:nvSpPr>
        <p:spPr>
          <a:xfrm>
            <a:off x="6181465" y="5048575"/>
            <a:ext cx="5039428" cy="646331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wordNgrams = 2</a:t>
            </a:r>
          </a:p>
          <a:p>
            <a:pPr algn="ctr"/>
            <a:r>
              <a:rPr lang="en-US" dirty="0"/>
              <a:t>ws =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D83B14-A8CB-483E-85D1-1F691B70464D}"/>
              </a:ext>
            </a:extLst>
          </p:cNvPr>
          <p:cNvSpPr txBox="1"/>
          <p:nvPr/>
        </p:nvSpPr>
        <p:spPr>
          <a:xfrm>
            <a:off x="3969278" y="1079446"/>
            <a:ext cx="3848519" cy="5847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WordNGrams and ws</a:t>
            </a:r>
          </a:p>
        </p:txBody>
      </p:sp>
    </p:spTree>
    <p:extLst>
      <p:ext uri="{BB962C8B-B14F-4D97-AF65-F5344CB8AC3E}">
        <p14:creationId xmlns:p14="http://schemas.microsoft.com/office/powerpoint/2010/main" val="8090606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914D4-A1E0-4D73-A528-A14948EEE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910" y="211393"/>
            <a:ext cx="10515600" cy="514300"/>
          </a:xfrm>
        </p:spPr>
        <p:txBody>
          <a:bodyPr>
            <a:normAutofit fontScale="90000"/>
          </a:bodyPr>
          <a:lstStyle/>
          <a:p>
            <a:r>
              <a:rPr lang="en-US" dirty="0"/>
              <a:t>FastText - 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095AE-AC92-4A4A-AC42-8FF87496C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030" y="4537085"/>
            <a:ext cx="11073283" cy="1833570"/>
          </a:xfrm>
          <a:ln>
            <a:solidFill>
              <a:schemeClr val="tx1"/>
            </a:solidFill>
          </a:ln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b="0" dirty="0"/>
              <a:t>For the word love, its </a:t>
            </a:r>
            <a:r>
              <a:rPr lang="en-US" b="0" dirty="0" err="1"/>
              <a:t>fasttext</a:t>
            </a:r>
            <a:r>
              <a:rPr lang="en-US" b="0" dirty="0"/>
              <a:t> embedding = (emb(love) (as a complete word) + emb(&lt;l)+emb(&lt;lo)+....) / n</a:t>
            </a:r>
          </a:p>
          <a:p>
            <a:pPr>
              <a:lnSpc>
                <a:spcPct val="120000"/>
              </a:lnSpc>
            </a:pPr>
            <a:r>
              <a:rPr lang="en-US" b="0" dirty="0"/>
              <a:t>The embedding of the sentence will be the average of the embeddings of individual tokens.</a:t>
            </a:r>
          </a:p>
          <a:p>
            <a:pPr>
              <a:lnSpc>
                <a:spcPct val="120000"/>
              </a:lnSpc>
            </a:pPr>
            <a:r>
              <a:rPr lang="en-US" dirty="0"/>
              <a:t>FastText word vectors are built from vectors of substrings of characters contained in it. This allows to build vectors even for misspelled words or concatenation of words.</a:t>
            </a:r>
            <a:br>
              <a:rPr lang="en-US" dirty="0"/>
            </a:br>
            <a:r>
              <a:rPr lang="en-US" b="0" dirty="0"/>
              <a:t>Example: ‘stupedofanctabulouslyfantastic’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D650D7-FCAD-43DD-A39D-EA97C36EBB74}"/>
              </a:ext>
            </a:extLst>
          </p:cNvPr>
          <p:cNvSpPr/>
          <p:nvPr/>
        </p:nvSpPr>
        <p:spPr>
          <a:xfrm>
            <a:off x="2824814" y="806603"/>
            <a:ext cx="6211614" cy="590118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Minn and Maxn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7F96395-1CA2-4C7B-A0E0-4CD0575BAC6B}"/>
              </a:ext>
            </a:extLst>
          </p:cNvPr>
          <p:cNvSpPr/>
          <p:nvPr/>
        </p:nvSpPr>
        <p:spPr>
          <a:xfrm>
            <a:off x="1899139" y="1595050"/>
            <a:ext cx="2160395" cy="723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Sentence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17CF84-14E7-4D43-945E-05B38E62602F}"/>
              </a:ext>
            </a:extLst>
          </p:cNvPr>
          <p:cNvSpPr/>
          <p:nvPr/>
        </p:nvSpPr>
        <p:spPr>
          <a:xfrm>
            <a:off x="4330840" y="1574824"/>
            <a:ext cx="5426110" cy="72348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 love ML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A8E0932-E6F2-4492-984F-B50BEA58DE8F}"/>
              </a:ext>
            </a:extLst>
          </p:cNvPr>
          <p:cNvSpPr/>
          <p:nvPr/>
        </p:nvSpPr>
        <p:spPr>
          <a:xfrm>
            <a:off x="1899138" y="2514381"/>
            <a:ext cx="2160395" cy="723481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Parameters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D62D2E-420B-4D6E-B0E7-3F4D4ADE24A9}"/>
              </a:ext>
            </a:extLst>
          </p:cNvPr>
          <p:cNvSpPr/>
          <p:nvPr/>
        </p:nvSpPr>
        <p:spPr>
          <a:xfrm>
            <a:off x="4330840" y="2489020"/>
            <a:ext cx="5426110" cy="72348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Minn = 2 and Maxn = 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E30EA6E-1CF9-4E3A-899C-252F7340A773}"/>
              </a:ext>
            </a:extLst>
          </p:cNvPr>
          <p:cNvSpPr/>
          <p:nvPr/>
        </p:nvSpPr>
        <p:spPr>
          <a:xfrm>
            <a:off x="1899137" y="3444529"/>
            <a:ext cx="2160395" cy="723481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Transformed to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971E3D-83CC-471D-9EDD-E26DC537182C}"/>
              </a:ext>
            </a:extLst>
          </p:cNvPr>
          <p:cNvSpPr/>
          <p:nvPr/>
        </p:nvSpPr>
        <p:spPr>
          <a:xfrm>
            <a:off x="4330840" y="3423873"/>
            <a:ext cx="5426110" cy="7234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0" dirty="0"/>
              <a:t>[&lt;I, &lt;I&gt;, l&gt;], [&lt;l, &lt;lo, lo, </a:t>
            </a:r>
            <a:r>
              <a:rPr lang="en-US" b="0" dirty="0" err="1"/>
              <a:t>lov</a:t>
            </a:r>
            <a:r>
              <a:rPr lang="en-US" b="0" dirty="0"/>
              <a:t>, </a:t>
            </a:r>
            <a:r>
              <a:rPr lang="en-US" b="0" dirty="0" err="1"/>
              <a:t>ov</a:t>
            </a:r>
            <a:r>
              <a:rPr lang="en-US" b="0" dirty="0"/>
              <a:t>, </a:t>
            </a:r>
            <a:r>
              <a:rPr lang="en-US" b="0" dirty="0" err="1"/>
              <a:t>ove</a:t>
            </a:r>
            <a:r>
              <a:rPr lang="en-US" b="0" dirty="0"/>
              <a:t>, </a:t>
            </a:r>
            <a:r>
              <a:rPr lang="en-US" b="0" dirty="0" err="1"/>
              <a:t>ve</a:t>
            </a:r>
            <a:r>
              <a:rPr lang="en-US" b="0" dirty="0"/>
              <a:t>, </a:t>
            </a:r>
            <a:r>
              <a:rPr lang="en-US" b="0" dirty="0" err="1"/>
              <a:t>ve</a:t>
            </a:r>
            <a:r>
              <a:rPr lang="en-US" b="0" dirty="0"/>
              <a:t>&gt;, e&gt;],[&lt;M, ML, L&gt;]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802210"/>
      </p:ext>
    </p:extLst>
  </p:cSld>
  <p:clrMapOvr>
    <a:masterClrMapping/>
  </p:clrMapOvr>
</p:sld>
</file>

<file path=ppt/theme/theme1.xml><?xml version="1.0" encoding="utf-8"?>
<a:theme xmlns:a="http://schemas.openxmlformats.org/drawingml/2006/main" name="3_Intl_Theme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Intl_Theme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NSHIP_PROBLEM_ST" id="{8279EBB3-F219-4D6B-B1FE-9FC8070B3CDF}" vid="{E0080AE4-36E4-4291-AA28-B1FB49952848}"/>
    </a:ext>
  </a:extLst>
</a:theme>
</file>

<file path=ppt/theme/theme3.xml><?xml version="1.0" encoding="utf-8"?>
<a:theme xmlns:a="http://schemas.openxmlformats.org/drawingml/2006/main" name="1_Default Design">
  <a:themeElements>
    <a:clrScheme name="Labs">
      <a:dk1>
        <a:srgbClr val="000000"/>
      </a:dk1>
      <a:lt1>
        <a:srgbClr val="FFFFFF"/>
      </a:lt1>
      <a:dk2>
        <a:srgbClr val="004C91"/>
      </a:dk2>
      <a:lt2>
        <a:srgbClr val="EEECE1"/>
      </a:lt2>
      <a:accent1>
        <a:srgbClr val="32ADE4"/>
      </a:accent1>
      <a:accent2>
        <a:srgbClr val="FEC221"/>
      </a:accent2>
      <a:accent3>
        <a:srgbClr val="63BF78"/>
      </a:accent3>
      <a:accent4>
        <a:srgbClr val="D952D4"/>
      </a:accent4>
      <a:accent5>
        <a:srgbClr val="7D7F7D"/>
      </a:accent5>
      <a:accent6>
        <a:srgbClr val="2D2751"/>
      </a:accent6>
      <a:hlink>
        <a:srgbClr val="0000FF"/>
      </a:hlink>
      <a:folHlink>
        <a:srgbClr val="800080"/>
      </a:folHlink>
    </a:clrScheme>
    <a:fontScheme name="Custom 1">
      <a:majorFont>
        <a:latin typeface="Century Gothic"/>
        <a:ea typeface="Microsoft YaHei"/>
        <a:cs typeface=""/>
      </a:majorFont>
      <a:minorFont>
        <a:latin typeface="Calibri Light"/>
        <a:ea typeface="Microsoft YaHei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NTERNSHIP_PROBLEM_ST" id="{8279EBB3-F219-4D6B-B1FE-9FC8070B3CDF}" vid="{61ECD3CE-E5FD-4978-BD49-655725F41B92}"/>
    </a:ext>
  </a:extLst>
</a:theme>
</file>

<file path=ppt/theme/theme4.xml><?xml version="1.0" encoding="utf-8"?>
<a:theme xmlns:a="http://schemas.openxmlformats.org/drawingml/2006/main" name="5_Intl_Theme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NSHIP_PROBLEM_ST" id="{8279EBB3-F219-4D6B-B1FE-9FC8070B3CDF}" vid="{E0080AE4-36E4-4291-AA28-B1FB49952848}"/>
    </a:ext>
  </a:extLst>
</a:theme>
</file>

<file path=ppt/theme/theme5.xml><?xml version="1.0" encoding="utf-8"?>
<a:theme xmlns:a="http://schemas.openxmlformats.org/drawingml/2006/main" name="2_Default Design">
  <a:themeElements>
    <a:clrScheme name="Labs">
      <a:dk1>
        <a:srgbClr val="000000"/>
      </a:dk1>
      <a:lt1>
        <a:srgbClr val="FFFFFF"/>
      </a:lt1>
      <a:dk2>
        <a:srgbClr val="004C91"/>
      </a:dk2>
      <a:lt2>
        <a:srgbClr val="EEECE1"/>
      </a:lt2>
      <a:accent1>
        <a:srgbClr val="32ADE4"/>
      </a:accent1>
      <a:accent2>
        <a:srgbClr val="FEC221"/>
      </a:accent2>
      <a:accent3>
        <a:srgbClr val="63BF78"/>
      </a:accent3>
      <a:accent4>
        <a:srgbClr val="D952D4"/>
      </a:accent4>
      <a:accent5>
        <a:srgbClr val="7D7F7D"/>
      </a:accent5>
      <a:accent6>
        <a:srgbClr val="2D2751"/>
      </a:accent6>
      <a:hlink>
        <a:srgbClr val="0000FF"/>
      </a:hlink>
      <a:folHlink>
        <a:srgbClr val="800080"/>
      </a:folHlink>
    </a:clrScheme>
    <a:fontScheme name="Custom 1">
      <a:majorFont>
        <a:latin typeface="Century Gothic"/>
        <a:ea typeface="Microsoft YaHei"/>
        <a:cs typeface=""/>
      </a:majorFont>
      <a:minorFont>
        <a:latin typeface="Calibri Light"/>
        <a:ea typeface="Microsoft YaHei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NTERNSHIP_PROBLEM_ST" id="{8279EBB3-F219-4D6B-B1FE-9FC8070B3CDF}" vid="{61ECD3CE-E5FD-4978-BD49-655725F41B92}"/>
    </a:ext>
  </a:extLst>
</a:theme>
</file>

<file path=ppt/theme/theme6.xml><?xml version="1.0" encoding="utf-8"?>
<a:theme xmlns:a="http://schemas.openxmlformats.org/drawingml/2006/main" name="Cover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58184</TotalTime>
  <Words>2121</Words>
  <Application>Microsoft Office PowerPoint</Application>
  <PresentationFormat>Widescreen</PresentationFormat>
  <Paragraphs>516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22</vt:i4>
      </vt:variant>
    </vt:vector>
  </HeadingPairs>
  <TitlesOfParts>
    <vt:vector size="35" baseType="lpstr">
      <vt:lpstr>Arial</vt:lpstr>
      <vt:lpstr>Bogle</vt:lpstr>
      <vt:lpstr>Calibri</vt:lpstr>
      <vt:lpstr>Calibri Light</vt:lpstr>
      <vt:lpstr>Estrangelo Edessa</vt:lpstr>
      <vt:lpstr>Lato Light</vt:lpstr>
      <vt:lpstr>Times</vt:lpstr>
      <vt:lpstr>3_Intl_Theme_Slide</vt:lpstr>
      <vt:lpstr>4_Intl_Theme_Slide</vt:lpstr>
      <vt:lpstr>1_Default Design</vt:lpstr>
      <vt:lpstr>5_Intl_Theme_Slide</vt:lpstr>
      <vt:lpstr>2_Default Design</vt:lpstr>
      <vt:lpstr>Cover_Slide</vt:lpstr>
      <vt:lpstr>PowerPoint Presentation</vt:lpstr>
      <vt:lpstr>Agenda</vt:lpstr>
      <vt:lpstr>Problem Statement</vt:lpstr>
      <vt:lpstr>Example of Hierarchy Inconsistency across markets</vt:lpstr>
      <vt:lpstr>Project Overview</vt:lpstr>
      <vt:lpstr>Data Acquisition</vt:lpstr>
      <vt:lpstr>EDA results</vt:lpstr>
      <vt:lpstr>Pre-processing of feature</vt:lpstr>
      <vt:lpstr>Spell Correction</vt:lpstr>
      <vt:lpstr>Stop words which are removed</vt:lpstr>
      <vt:lpstr>Lemmatized words</vt:lpstr>
      <vt:lpstr>Modelling using multiple metrics</vt:lpstr>
      <vt:lpstr>Voting Classifier</vt:lpstr>
      <vt:lpstr>FastText </vt:lpstr>
      <vt:lpstr>Data Augmentation</vt:lpstr>
      <vt:lpstr>Augmented Train data</vt:lpstr>
      <vt:lpstr>Fuzzy score &amp; Trust factor</vt:lpstr>
      <vt:lpstr>Fuzzy TF-IDF matching of FEAT1</vt:lpstr>
      <vt:lpstr>Final Results</vt:lpstr>
      <vt:lpstr>PowerPoint Presentation</vt:lpstr>
      <vt:lpstr>FastText - I</vt:lpstr>
      <vt:lpstr>FastText - II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Rishabh Thapliyal</dc:creator>
  <cp:lastModifiedBy>Rishabh Thapliyal</cp:lastModifiedBy>
  <cp:revision>57</cp:revision>
  <dcterms:created xsi:type="dcterms:W3CDTF">2021-05-25T05:51:37Z</dcterms:created>
  <dcterms:modified xsi:type="dcterms:W3CDTF">2021-07-21T11:47:12Z</dcterms:modified>
</cp:coreProperties>
</file>