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63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E90667-F41F-4B78-AD11-6F958D6DF495}" v="1" dt="2021-05-28T11:34:01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bh Thapliyal" userId="368b16fe-05c0-4215-83a5-b415b40e56f1" providerId="ADAL" clId="{76E90667-F41F-4B78-AD11-6F958D6DF495}"/>
    <pc:docChg chg="undo custSel modSld">
      <pc:chgData name="Rishabh Thapliyal" userId="368b16fe-05c0-4215-83a5-b415b40e56f1" providerId="ADAL" clId="{76E90667-F41F-4B78-AD11-6F958D6DF495}" dt="2021-05-28T11:46:22.950" v="27" actId="20577"/>
      <pc:docMkLst>
        <pc:docMk/>
      </pc:docMkLst>
      <pc:sldChg chg="addSp delSp modSp mod">
        <pc:chgData name="Rishabh Thapliyal" userId="368b16fe-05c0-4215-83a5-b415b40e56f1" providerId="ADAL" clId="{76E90667-F41F-4B78-AD11-6F958D6DF495}" dt="2021-05-28T11:46:22.950" v="27" actId="20577"/>
        <pc:sldMkLst>
          <pc:docMk/>
          <pc:sldMk cId="1760109561" sldId="631"/>
        </pc:sldMkLst>
        <pc:spChg chg="mod">
          <ac:chgData name="Rishabh Thapliyal" userId="368b16fe-05c0-4215-83a5-b415b40e56f1" providerId="ADAL" clId="{76E90667-F41F-4B78-AD11-6F958D6DF495}" dt="2021-05-28T11:46:22.950" v="27" actId="20577"/>
          <ac:spMkLst>
            <pc:docMk/>
            <pc:sldMk cId="1760109561" sldId="631"/>
            <ac:spMk id="4" creationId="{EDD7B7E6-48D6-3344-8D0F-61D082E4CF14}"/>
          </ac:spMkLst>
        </pc:spChg>
        <pc:picChg chg="add mod">
          <ac:chgData name="Rishabh Thapliyal" userId="368b16fe-05c0-4215-83a5-b415b40e56f1" providerId="ADAL" clId="{76E90667-F41F-4B78-AD11-6F958D6DF495}" dt="2021-05-28T11:35:54.404" v="17" actId="1076"/>
          <ac:picMkLst>
            <pc:docMk/>
            <pc:sldMk cId="1760109561" sldId="631"/>
            <ac:picMk id="6" creationId="{CFF4FC16-5AB3-4034-AE96-28E116E18577}"/>
          </ac:picMkLst>
        </pc:picChg>
        <pc:picChg chg="del">
          <ac:chgData name="Rishabh Thapliyal" userId="368b16fe-05c0-4215-83a5-b415b40e56f1" providerId="ADAL" clId="{76E90667-F41F-4B78-AD11-6F958D6DF495}" dt="2021-05-28T11:34:38.295" v="10" actId="478"/>
          <ac:picMkLst>
            <pc:docMk/>
            <pc:sldMk cId="1760109561" sldId="631"/>
            <ac:picMk id="7" creationId="{EBD25966-A3EC-4D49-9BE6-A55AF5D179F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81663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54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5906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3187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3995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527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66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C1F0A2-DA08-4C42-88ED-0AE7F526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2883" t="33774" b="32943"/>
          <a:stretch/>
        </p:blipFill>
        <p:spPr>
          <a:xfrm>
            <a:off x="0" y="6537435"/>
            <a:ext cx="12192000" cy="341586"/>
          </a:xfrm>
          <a:prstGeom prst="rect">
            <a:avLst/>
          </a:prstGeom>
        </p:spPr>
      </p:pic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 userDrawn="1"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 dirty="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 dirty="0"/>
              <a:t>© </a:t>
            </a:r>
            <a:r>
              <a:rPr lang="en-US" sz="800" b="1" spc="-23" dirty="0"/>
              <a:t>2</a:t>
            </a:r>
            <a:r>
              <a:rPr lang="en-US" sz="800" b="1" spc="-11" dirty="0"/>
              <a:t>0</a:t>
            </a:r>
            <a:r>
              <a:rPr lang="en-US" sz="800" b="1" spc="-23" dirty="0"/>
              <a:t>1</a:t>
            </a:r>
            <a:r>
              <a:rPr lang="en-US" sz="800" b="1" dirty="0"/>
              <a:t>8 </a:t>
            </a:r>
            <a:r>
              <a:rPr lang="en-US" sz="800" b="1" spc="-37" dirty="0"/>
              <a:t>W</a:t>
            </a:r>
            <a:r>
              <a:rPr lang="en-US" sz="800" b="1" spc="-23" dirty="0"/>
              <a:t>a</a:t>
            </a:r>
            <a:r>
              <a:rPr lang="en-US" sz="800" b="1" spc="-11" dirty="0"/>
              <a:t>lm</a:t>
            </a:r>
            <a:r>
              <a:rPr lang="en-US" sz="800" b="1" spc="-23" dirty="0"/>
              <a:t>a</a:t>
            </a:r>
            <a:r>
              <a:rPr lang="en-US" sz="800" b="1" spc="-11" dirty="0"/>
              <a:t>r</a:t>
            </a:r>
            <a:r>
              <a:rPr lang="en-US" sz="800" b="1" spc="-14" dirty="0"/>
              <a:t>t</a:t>
            </a:r>
            <a:r>
              <a:rPr lang="en-US" sz="800" b="1" dirty="0"/>
              <a:t> </a:t>
            </a:r>
            <a:r>
              <a:rPr lang="en-US" sz="800" b="1" spc="-6" dirty="0"/>
              <a:t>I</a:t>
            </a:r>
            <a:r>
              <a:rPr lang="en-US" sz="800" b="1" spc="-3" dirty="0"/>
              <a:t>n</a:t>
            </a:r>
            <a:r>
              <a:rPr lang="en-US" sz="800" b="1" dirty="0"/>
              <a:t>ternational  |  </a:t>
            </a:r>
            <a:r>
              <a:rPr lang="en-US" sz="800" b="1" spc="-6" dirty="0"/>
              <a:t>C</a:t>
            </a:r>
            <a:r>
              <a:rPr lang="en-US" sz="800" b="1" dirty="0"/>
              <a:t>o</a:t>
            </a:r>
            <a:r>
              <a:rPr lang="en-US" sz="800" b="1" spc="-6" dirty="0"/>
              <a:t>n</a:t>
            </a:r>
            <a:r>
              <a:rPr lang="en-US" sz="800" b="1" dirty="0"/>
              <a:t>fide</a:t>
            </a:r>
            <a:r>
              <a:rPr lang="en-US" sz="800" b="1" spc="-3" dirty="0"/>
              <a:t>n</a:t>
            </a:r>
            <a:r>
              <a:rPr lang="en-US" sz="800" b="1" dirty="0"/>
              <a:t>tial  |  </a:t>
            </a:r>
            <a:r>
              <a:rPr lang="en-US" sz="800" b="1" spc="-14" dirty="0"/>
              <a:t>F</a:t>
            </a:r>
            <a:r>
              <a:rPr lang="en-US" sz="800" b="1" dirty="0"/>
              <a:t>or</a:t>
            </a:r>
            <a:r>
              <a:rPr lang="en-US" sz="800" b="1" spc="-11" dirty="0"/>
              <a:t> </a:t>
            </a:r>
            <a:r>
              <a:rPr lang="en-US" sz="800" b="1" spc="-6" dirty="0"/>
              <a:t>I</a:t>
            </a:r>
            <a:r>
              <a:rPr lang="en-US" sz="800" b="1" spc="-3" dirty="0"/>
              <a:t>n</a:t>
            </a:r>
            <a:r>
              <a:rPr lang="en-US" sz="800" b="1" dirty="0"/>
              <a:t>ternal </a:t>
            </a:r>
            <a:r>
              <a:rPr lang="en-US" sz="800" b="1" spc="-11" dirty="0"/>
              <a:t>U</a:t>
            </a:r>
            <a:r>
              <a:rPr lang="en-US" sz="800" b="1" dirty="0"/>
              <a:t>se </a:t>
            </a:r>
            <a:r>
              <a:rPr lang="en-US" sz="800" b="1" spc="-6" dirty="0"/>
              <a:t>O</a:t>
            </a:r>
            <a:r>
              <a:rPr lang="en-US" sz="800" b="1" dirty="0"/>
              <a:t>nly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512798-94F6-214C-9794-AB52598D989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64319" y="6600929"/>
            <a:ext cx="2734893" cy="2009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7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A9FA01-2360-E842-9595-039D134FCA2F}"/>
              </a:ext>
            </a:extLst>
          </p:cNvPr>
          <p:cNvSpPr/>
          <p:nvPr/>
        </p:nvSpPr>
        <p:spPr>
          <a:xfrm>
            <a:off x="646547" y="1058979"/>
            <a:ext cx="5689600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1" i="1" u="none" strike="noStrike" kern="1200" cap="none" spc="0" normalizeH="0" baseline="0" noProof="0" dirty="0">
                <a:ln>
                  <a:noFill/>
                </a:ln>
                <a:solidFill>
                  <a:srgbClr val="77B8E6"/>
                </a:solidFill>
                <a:effectLst/>
                <a:uLnTx/>
                <a:uFillTx/>
                <a:latin typeface="Bogle" panose="020B0503020203060203" pitchFamily="34" charset="77"/>
                <a:ea typeface="+mn-ea"/>
                <a:cs typeface="+mn-cs"/>
              </a:rPr>
              <a:t>introducing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B432A-4BE2-4E47-BB79-BA92206C152C}"/>
              </a:ext>
            </a:extLst>
          </p:cNvPr>
          <p:cNvSpPr txBox="1"/>
          <p:nvPr/>
        </p:nvSpPr>
        <p:spPr>
          <a:xfrm>
            <a:off x="646547" y="1711390"/>
            <a:ext cx="3962400" cy="81280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solidFill>
                  <a:srgbClr val="0B1438"/>
                </a:solidFill>
                <a:latin typeface="Bogle" panose="020B0503020203060203" pitchFamily="34" charset="77"/>
              </a:rPr>
              <a:t>Rishabh Thapliyal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srgbClr val="0B1438"/>
              </a:solidFill>
              <a:effectLst/>
              <a:uLnTx/>
              <a:uFillTx/>
              <a:latin typeface="Bogle" panose="020B0503020203060203" pitchFamily="34" charset="77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EDD7B7E6-48D6-3344-8D0F-61D082E4C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255" y="2578569"/>
            <a:ext cx="6733309" cy="3794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dirty="0">
                <a:solidFill>
                  <a:srgbClr val="0B1438"/>
                </a:solidFill>
                <a:latin typeface="Bogle" panose="020B0503020203060203" pitchFamily="34" charset="77"/>
              </a:rPr>
              <a:t>Summer intern’21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B1438"/>
                </a:solidFill>
                <a:effectLst/>
                <a:uLnTx/>
                <a:uFillTx/>
                <a:latin typeface="Bogle" panose="020B0503020203060203" pitchFamily="34" charset="77"/>
              </a:rPr>
              <a:t>Walmart Global Tech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B1438"/>
              </a:solidFill>
              <a:effectLst/>
              <a:uLnTx/>
              <a:uFillTx/>
              <a:latin typeface="Bogle" panose="020B0503020203060203" pitchFamily="34" charset="77"/>
              <a:ea typeface="+mn-ea"/>
              <a:cs typeface="+mn-cs"/>
            </a:endParaRPr>
          </a:p>
          <a:p>
            <a:r>
              <a:rPr lang="en-IN" sz="1600" dirty="0"/>
              <a:t>Rishabh is pursing his B.Tech in Chemical Engineering with a minor in Centre for Machine Intelligence and Data Science from IIT Bombay and is currently in his 3</a:t>
            </a:r>
            <a:r>
              <a:rPr lang="en-IN" sz="1600" baseline="30000" dirty="0"/>
              <a:t>rd</a:t>
            </a:r>
            <a:r>
              <a:rPr lang="en-IN" sz="1600" dirty="0"/>
              <a:t> year.</a:t>
            </a:r>
          </a:p>
          <a:p>
            <a:r>
              <a:rPr lang="en-IN" sz="1600" dirty="0"/>
              <a:t> </a:t>
            </a:r>
          </a:p>
          <a:p>
            <a:r>
              <a:rPr lang="en-IN" sz="1600" dirty="0"/>
              <a:t>Rishabh enjoys working </a:t>
            </a:r>
            <a:r>
              <a:rPr lang="en-IN" sz="1600"/>
              <a:t>in a team </a:t>
            </a:r>
            <a:r>
              <a:rPr lang="en-IN" sz="1600" dirty="0"/>
              <a:t>and interacting with people. He was a part of IIT-B Placement Team and is currently a Department Academic Mentor.</a:t>
            </a:r>
          </a:p>
          <a:p>
            <a:endParaRPr lang="en-IN" sz="1600" dirty="0"/>
          </a:p>
          <a:p>
            <a:r>
              <a:rPr lang="en-IN" sz="1600" dirty="0"/>
              <a:t>He’s very passionate about sports and is currently the captain of IIT-B cricket team. He spend most of his spare time watching series, talking with friends and working out.</a:t>
            </a:r>
          </a:p>
        </p:txBody>
      </p:sp>
      <p:pic>
        <p:nvPicPr>
          <p:cNvPr id="6" name="Picture 5" descr="A person in a white shirt&#10;&#10;Description automatically generated with low confidence">
            <a:extLst>
              <a:ext uri="{FF2B5EF4-FFF2-40B4-BE49-F238E27FC236}">
                <a16:creationId xmlns:a16="http://schemas.microsoft.com/office/drawing/2014/main" id="{CFF4FC16-5AB3-4034-AE96-28E116E18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181" y="1310362"/>
            <a:ext cx="2529277" cy="318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09561"/>
      </p:ext>
    </p:extLst>
  </p:cSld>
  <p:clrMapOvr>
    <a:masterClrMapping/>
  </p:clrMapOvr>
</p:sld>
</file>

<file path=ppt/theme/theme1.xml><?xml version="1.0" encoding="utf-8"?>
<a:theme xmlns:a="http://schemas.openxmlformats.org/drawingml/2006/main" name="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9FC45AF15C164188DC95EA8CD8D865" ma:contentTypeVersion="4" ma:contentTypeDescription="Create a new document." ma:contentTypeScope="" ma:versionID="d985dc734bdca77f1f0013017d146712">
  <xsd:schema xmlns:xsd="http://www.w3.org/2001/XMLSchema" xmlns:xs="http://www.w3.org/2001/XMLSchema" xmlns:p="http://schemas.microsoft.com/office/2006/metadata/properties" xmlns:ns2="93477ccc-8d00-4622-99ed-ef34ac68e0ee" xmlns:ns3="bebef03f-47ff-41b8-aa82-f548feebad92" targetNamespace="http://schemas.microsoft.com/office/2006/metadata/properties" ma:root="true" ma:fieldsID="a68ff280bbf1d2de06f29f8a7353f5b6" ns2:_="" ns3:_="">
    <xsd:import namespace="93477ccc-8d00-4622-99ed-ef34ac68e0ee"/>
    <xsd:import namespace="bebef03f-47ff-41b8-aa82-f548feebad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477ccc-8d00-4622-99ed-ef34ac68e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ef03f-47ff-41b8-aa82-f548feebad9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83AD20-A034-4FB4-BFE6-93FFC2294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1F2095-8357-4EDB-B301-8E16A54A71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477ccc-8d00-4622-99ed-ef34ac68e0ee"/>
    <ds:schemaRef ds:uri="bebef03f-47ff-41b8-aa82-f548feebad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BF2ED34-917B-4E55-84E3-5CBA8A86351C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93477ccc-8d00-4622-99ed-ef34ac68e0ee"/>
    <ds:schemaRef ds:uri="http://purl.org/dc/dcmitype/"/>
    <ds:schemaRef ds:uri="bebef03f-47ff-41b8-aa82-f548feebad92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100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Bogle</vt:lpstr>
      <vt:lpstr>Intl_Theme_Slide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 Hayden</dc:creator>
  <cp:lastModifiedBy>Rishabh Thapliyal</cp:lastModifiedBy>
  <cp:revision>34</cp:revision>
  <dcterms:created xsi:type="dcterms:W3CDTF">2019-03-12T20:07:22Z</dcterms:created>
  <dcterms:modified xsi:type="dcterms:W3CDTF">2021-05-28T11:46:23Z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0x010100079FC45AF15C164188DC95EA8CD8D865</vt:lpwstr>
  </property>
</Properties>
</file>